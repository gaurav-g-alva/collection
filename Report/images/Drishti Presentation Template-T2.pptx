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 id="2147483684" r:id="rId2"/>
  </p:sldMasterIdLst>
  <p:notesMasterIdLst>
    <p:notesMasterId r:id="rId9"/>
  </p:notesMasterIdLst>
  <p:handoutMasterIdLst>
    <p:handoutMasterId r:id="rId10"/>
  </p:handoutMasterIdLst>
  <p:sldIdLst>
    <p:sldId id="256" r:id="rId3"/>
    <p:sldId id="261" r:id="rId4"/>
    <p:sldId id="263" r:id="rId5"/>
    <p:sldId id="262" r:id="rId6"/>
    <p:sldId id="264" r:id="rId7"/>
    <p:sldId id="260" r:id="rId8"/>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06FF"/>
    <a:srgbClr val="0066A1"/>
    <a:srgbClr val="CC0033"/>
    <a:srgbClr val="E37222"/>
    <a:srgbClr val="FDC82F"/>
    <a:srgbClr val="69BE28"/>
    <a:srgbClr val="008542"/>
    <a:srgbClr val="6B1F73"/>
    <a:srgbClr val="009FDA"/>
    <a:srgbClr val="0B517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238"/>
    <p:restoredTop sz="94658"/>
  </p:normalViewPr>
  <p:slideViewPr>
    <p:cSldViewPr snapToGrid="0" snapToObjects="1">
      <p:cViewPr varScale="1">
        <p:scale>
          <a:sx n="109" d="100"/>
          <a:sy n="109" d="100"/>
        </p:scale>
        <p:origin x="677" y="62"/>
      </p:cViewPr>
      <p:guideLst>
        <p:guide orient="horz" pos="1620"/>
        <p:guide pos="2880"/>
      </p:guideLst>
    </p:cSldViewPr>
  </p:slideViewPr>
  <p:notesTextViewPr>
    <p:cViewPr>
      <p:scale>
        <a:sx n="1" d="1"/>
        <a:sy n="1" d="1"/>
      </p:scale>
      <p:origin x="0" y="0"/>
    </p:cViewPr>
  </p:notesTextViewPr>
  <p:sorterViewPr>
    <p:cViewPr varScale="1">
      <p:scale>
        <a:sx n="100" d="100"/>
        <a:sy n="100" d="100"/>
      </p:scale>
      <p:origin x="0" y="0"/>
    </p:cViewPr>
  </p:sorterViewPr>
  <p:notesViewPr>
    <p:cSldViewPr snapToGrid="0" snapToObjects="1">
      <p:cViewPr varScale="1">
        <p:scale>
          <a:sx n="97" d="100"/>
          <a:sy n="97" d="100"/>
        </p:scale>
        <p:origin x="4328" y="20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viewProps" Target="view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presProps" Target="presProps.xml"/><Relationship Id="rId5" Type="http://schemas.openxmlformats.org/officeDocument/2006/relationships/slide" Target="slides/slide3.xml"/><Relationship Id="rId10"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notesMaster" Target="notesMasters/notesMaster1.xml"/><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44B87D8-8FFA-3A48-84AB-289A90CC90F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2FBDBB92-C3B1-1545-87F4-8DCA748D76E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5240EB9-6C39-C648-A2EB-9CC0C6389155}" type="datetimeFigureOut">
              <a:rPr lang="en-US" smtClean="0"/>
              <a:pPr/>
              <a:t>8/7/2025</a:t>
            </a:fld>
            <a:endParaRPr lang="en-US"/>
          </a:p>
        </p:txBody>
      </p:sp>
      <p:sp>
        <p:nvSpPr>
          <p:cNvPr id="4" name="Footer Placeholder 3">
            <a:extLst>
              <a:ext uri="{FF2B5EF4-FFF2-40B4-BE49-F238E27FC236}">
                <a16:creationId xmlns:a16="http://schemas.microsoft.com/office/drawing/2014/main" id="{B8F670D5-7012-E54D-9EC7-CE5EF746DA3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International Conference Drishti | 2025</a:t>
            </a:r>
          </a:p>
        </p:txBody>
      </p:sp>
      <p:sp>
        <p:nvSpPr>
          <p:cNvPr id="5" name="Slide Number Placeholder 4">
            <a:extLst>
              <a:ext uri="{FF2B5EF4-FFF2-40B4-BE49-F238E27FC236}">
                <a16:creationId xmlns:a16="http://schemas.microsoft.com/office/drawing/2014/main" id="{D7C801E4-044D-7940-BB6B-7BAA2E2018E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6BC287E-149B-8C48-8CC3-29505441E587}" type="slidenum">
              <a:rPr lang="en-US" smtClean="0"/>
              <a:pPr/>
              <a:t>‹#›</a:t>
            </a:fld>
            <a:endParaRPr lang="en-US"/>
          </a:p>
        </p:txBody>
      </p:sp>
    </p:spTree>
    <p:extLst>
      <p:ext uri="{BB962C8B-B14F-4D97-AF65-F5344CB8AC3E}">
        <p14:creationId xmlns:p14="http://schemas.microsoft.com/office/powerpoint/2010/main" val="3146042958"/>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328D45-CD78-E946-97C3-593DC6155472}" type="datetimeFigureOut">
              <a:rPr lang="en-US" smtClean="0"/>
              <a:pPr/>
              <a:t>8/7/2025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International Conference Drishti | 2025</a:t>
            </a:r>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F362D4-5DD5-1441-A093-8EF5773AF7CF}" type="slidenum">
              <a:rPr lang="en-US" smtClean="0"/>
              <a:pPr/>
              <a:t>‹#›</a:t>
            </a:fld>
            <a:endParaRPr lang="en-US" dirty="0"/>
          </a:p>
        </p:txBody>
      </p:sp>
    </p:spTree>
    <p:extLst>
      <p:ext uri="{BB962C8B-B14F-4D97-AF65-F5344CB8AC3E}">
        <p14:creationId xmlns:p14="http://schemas.microsoft.com/office/powerpoint/2010/main" val="543180880"/>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Footer Placeholder 3"/>
          <p:cNvSpPr>
            <a:spLocks noGrp="1"/>
          </p:cNvSpPr>
          <p:nvPr>
            <p:ph type="ftr" sz="quarter" idx="10"/>
          </p:nvPr>
        </p:nvSpPr>
        <p:spPr/>
        <p:txBody>
          <a:bodyPr/>
          <a:lstStyle/>
          <a:p>
            <a:r>
              <a:rPr lang="en-US"/>
              <a:t>International Conference Drishti | 2025</a:t>
            </a:r>
            <a:endParaRPr lang="en-US" dirty="0"/>
          </a:p>
        </p:txBody>
      </p:sp>
      <p:sp>
        <p:nvSpPr>
          <p:cNvPr id="5" name="Slide Number Placeholder 4"/>
          <p:cNvSpPr>
            <a:spLocks noGrp="1"/>
          </p:cNvSpPr>
          <p:nvPr>
            <p:ph type="sldNum" sz="quarter" idx="11"/>
          </p:nvPr>
        </p:nvSpPr>
        <p:spPr/>
        <p:txBody>
          <a:bodyPr/>
          <a:lstStyle/>
          <a:p>
            <a:fld id="{DFF362D4-5DD5-1441-A093-8EF5773AF7CF}" type="slidenum">
              <a:rPr lang="en-US" smtClean="0"/>
              <a:pPr/>
              <a:t>2</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resentation Title Slide Opt 1 Taglin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86373" y="2038501"/>
            <a:ext cx="7772400" cy="1124850"/>
          </a:xfrm>
        </p:spPr>
        <p:txBody>
          <a:bodyPr anchor="b">
            <a:normAutofit/>
          </a:bodyPr>
          <a:lstStyle>
            <a:lvl1pPr algn="l">
              <a:defRPr sz="3300" i="0">
                <a:solidFill>
                  <a:srgbClr val="0066A1"/>
                </a:solidFill>
                <a:effectLst/>
                <a:latin typeface="Helvetica Neue" panose="02000503000000020004" pitchFamily="2" charset="0"/>
                <a:ea typeface="Helvetica Neue" panose="02000503000000020004" pitchFamily="2" charset="0"/>
                <a:cs typeface="Helvetica Neue" panose="02000503000000020004" pitchFamily="2" charset="0"/>
              </a:defRPr>
            </a:lvl1pPr>
          </a:lstStyle>
          <a:p>
            <a:r>
              <a:rPr lang="en-US" dirty="0"/>
              <a:t>Presentation Title</a:t>
            </a:r>
          </a:p>
        </p:txBody>
      </p:sp>
      <p:sp>
        <p:nvSpPr>
          <p:cNvPr id="3" name="Subtitle 2"/>
          <p:cNvSpPr>
            <a:spLocks noGrp="1"/>
          </p:cNvSpPr>
          <p:nvPr>
            <p:ph type="subTitle" idx="1" hasCustomPrompt="1"/>
          </p:nvPr>
        </p:nvSpPr>
        <p:spPr>
          <a:xfrm>
            <a:off x="685800" y="3296839"/>
            <a:ext cx="7772400" cy="1390071"/>
          </a:xfrm>
        </p:spPr>
        <p:txBody>
          <a:bodyPr>
            <a:normAutofit/>
          </a:bodyPr>
          <a:lstStyle>
            <a:lvl1pPr marL="0" marR="0" indent="0" algn="l" defTabSz="685800" rtl="0" eaLnBrk="1" fontAlgn="auto" latinLnBrk="0" hangingPunct="1">
              <a:lnSpc>
                <a:spcPct val="90000"/>
              </a:lnSpc>
              <a:spcBef>
                <a:spcPts val="750"/>
              </a:spcBef>
              <a:spcAft>
                <a:spcPts val="0"/>
              </a:spcAft>
              <a:buClr>
                <a:srgbClr val="0066A1"/>
              </a:buClr>
              <a:buSzTx/>
              <a:buFont typeface="LucidaGrande" charset="0"/>
              <a:buNone/>
              <a:tabLst/>
              <a:defRPr sz="2100" b="0" i="0">
                <a:solidFill>
                  <a:schemeClr val="tx1">
                    <a:lumMod val="65000"/>
                    <a:lumOff val="35000"/>
                  </a:schemeClr>
                </a:solidFill>
                <a:latin typeface="Helvetica Neue" panose="02000503000000020004" pitchFamily="2" charset="0"/>
                <a:ea typeface="Helvetica Neue" panose="02000503000000020004" pitchFamily="2" charset="0"/>
                <a:cs typeface="Helvetica Neue" panose="02000503000000020004" pitchFamily="2"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Author 1, Author 2, Author 3 (Presenting Author)</a:t>
            </a:r>
          </a:p>
          <a:p>
            <a:pPr marL="0" marR="0" lvl="0" indent="0" algn="l" defTabSz="685800" rtl="0" eaLnBrk="1" fontAlgn="auto" latinLnBrk="0" hangingPunct="1">
              <a:lnSpc>
                <a:spcPct val="90000"/>
              </a:lnSpc>
              <a:spcBef>
                <a:spcPts val="750"/>
              </a:spcBef>
              <a:spcAft>
                <a:spcPts val="0"/>
              </a:spcAft>
              <a:buClr>
                <a:srgbClr val="0066A1"/>
              </a:buClr>
              <a:buSzTx/>
              <a:buFont typeface="LucidaGrande" charset="0"/>
              <a:buNone/>
              <a:tabLst/>
              <a:defRPr/>
            </a:pPr>
            <a:r>
              <a:rPr lang="en-US" dirty="0"/>
              <a:t>Topic Session #:  Title</a:t>
            </a:r>
          </a:p>
          <a:p>
            <a:r>
              <a:rPr lang="en-US" dirty="0"/>
              <a:t>Date</a:t>
            </a:r>
          </a:p>
        </p:txBody>
      </p:sp>
      <p:sp>
        <p:nvSpPr>
          <p:cNvPr id="4" name="Rectangle 3">
            <a:extLst>
              <a:ext uri="{FF2B5EF4-FFF2-40B4-BE49-F238E27FC236}">
                <a16:creationId xmlns:a16="http://schemas.microsoft.com/office/drawing/2014/main" id="{8E6A943E-C903-F24D-BEAD-2DAB38422235}"/>
              </a:ext>
            </a:extLst>
          </p:cNvPr>
          <p:cNvSpPr/>
          <p:nvPr userDrawn="1"/>
        </p:nvSpPr>
        <p:spPr>
          <a:xfrm>
            <a:off x="943301" y="-2520"/>
            <a:ext cx="7113117" cy="1107996"/>
          </a:xfrm>
          <a:prstGeom prst="rect">
            <a:avLst/>
          </a:prstGeom>
        </p:spPr>
        <p:txBody>
          <a:bodyPr wrap="square">
            <a:spAutoFit/>
          </a:bodyPr>
          <a:lstStyle/>
          <a:p>
            <a:pPr algn="l"/>
            <a:r>
              <a:rPr lang="en-US" b="1" i="0" u="none" strike="noStrike" dirty="0">
                <a:solidFill>
                  <a:srgbClr val="2006FF"/>
                </a:solidFill>
                <a:effectLst/>
                <a:latin typeface="Helvetica Neue Condensed" panose="02000503000000020004" pitchFamily="2" charset="0"/>
                <a:ea typeface="Helvetica Neue Condensed" panose="02000503000000020004" pitchFamily="2" charset="0"/>
                <a:cs typeface="Helvetica Neue Condensed" panose="02000503000000020004" pitchFamily="2" charset="0"/>
              </a:rPr>
              <a:t>3rd International Conference DRISHTI 2025</a:t>
            </a:r>
          </a:p>
          <a:p>
            <a:pPr algn="l"/>
            <a:r>
              <a:rPr lang="en-US" sz="1600" b="0" i="1" u="none" strike="noStrike" dirty="0">
                <a:solidFill>
                  <a:schemeClr val="tx1"/>
                </a:solidFill>
                <a:effectLst/>
                <a:latin typeface="Helvetica Neue Light" panose="02000403000000020004" pitchFamily="2" charset="0"/>
                <a:ea typeface="Helvetica Neue Light" panose="02000403000000020004" pitchFamily="2" charset="0"/>
                <a:cs typeface="Helvetica Neue Medium" panose="02000503000000020004" pitchFamily="2" charset="0"/>
              </a:rPr>
              <a:t>A New Era in Management and Technology</a:t>
            </a:r>
          </a:p>
          <a:p>
            <a:pPr algn="l"/>
            <a:r>
              <a:rPr lang="en-US" sz="1600" b="1" i="0" u="none" strike="noStrike" dirty="0">
                <a:solidFill>
                  <a:srgbClr val="C00000"/>
                </a:solidFill>
                <a:effectLst/>
                <a:latin typeface="Helvetica Neue Light" panose="02000403000000020004" pitchFamily="2" charset="0"/>
                <a:ea typeface="Helvetica Neue Light" panose="02000403000000020004" pitchFamily="2" charset="0"/>
                <a:cs typeface="Helvetica Neue Medium" panose="02000503000000020004" pitchFamily="2" charset="0"/>
              </a:rPr>
              <a:t>Vivekananda College of Engineering and Technology, Puttur | August 9, 2025</a:t>
            </a:r>
          </a:p>
        </p:txBody>
      </p:sp>
      <p:sp>
        <p:nvSpPr>
          <p:cNvPr id="5" name="Slide Number Placeholder 4">
            <a:extLst>
              <a:ext uri="{FF2B5EF4-FFF2-40B4-BE49-F238E27FC236}">
                <a16:creationId xmlns:a16="http://schemas.microsoft.com/office/drawing/2014/main" id="{8D155B12-4FB9-F44A-B649-AF739C121042}"/>
              </a:ext>
            </a:extLst>
          </p:cNvPr>
          <p:cNvSpPr>
            <a:spLocks noGrp="1"/>
          </p:cNvSpPr>
          <p:nvPr>
            <p:ph type="sldNum" sz="quarter" idx="10"/>
          </p:nvPr>
        </p:nvSpPr>
        <p:spPr/>
        <p:txBody>
          <a:bodyPr/>
          <a:lstStyle/>
          <a:p>
            <a:fld id="{3DD97BEB-BAEF-0344-9D5C-EC73E478698A}" type="slidenum">
              <a:rPr lang="en-US" smtClean="0"/>
              <a:pPr/>
              <a:t>‹#›</a:t>
            </a:fld>
            <a:endParaRPr lang="en-US" dirty="0"/>
          </a:p>
        </p:txBody>
      </p:sp>
      <p:pic>
        <p:nvPicPr>
          <p:cNvPr id="7" name="Picture 6">
            <a:extLst>
              <a:ext uri="{FF2B5EF4-FFF2-40B4-BE49-F238E27FC236}">
                <a16:creationId xmlns:a16="http://schemas.microsoft.com/office/drawing/2014/main" id="{161403C6-E5E8-655F-7DF0-76BEE439FA1D}"/>
              </a:ext>
            </a:extLst>
          </p:cNvPr>
          <p:cNvPicPr>
            <a:picLocks noChangeAspect="1"/>
          </p:cNvPicPr>
          <p:nvPr userDrawn="1"/>
        </p:nvPicPr>
        <p:blipFill>
          <a:blip r:embed="rId2"/>
          <a:stretch>
            <a:fillRect/>
          </a:stretch>
        </p:blipFill>
        <p:spPr>
          <a:xfrm>
            <a:off x="73269" y="148812"/>
            <a:ext cx="919469" cy="559111"/>
          </a:xfrm>
          <a:prstGeom prst="rect">
            <a:avLst/>
          </a:prstGeom>
        </p:spPr>
      </p:pic>
    </p:spTree>
    <p:extLst>
      <p:ext uri="{BB962C8B-B14F-4D97-AF65-F5344CB8AC3E}">
        <p14:creationId xmlns:p14="http://schemas.microsoft.com/office/powerpoint/2010/main" val="11416079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resentation Title Slide Opt 1 Editable Tagline">
    <p:spTree>
      <p:nvGrpSpPr>
        <p:cNvPr id="1" name=""/>
        <p:cNvGrpSpPr/>
        <p:nvPr/>
      </p:nvGrpSpPr>
      <p:grpSpPr>
        <a:xfrm>
          <a:off x="0" y="0"/>
          <a:ext cx="0" cy="0"/>
          <a:chOff x="0" y="0"/>
          <a:chExt cx="0" cy="0"/>
        </a:xfrm>
      </p:grpSpPr>
      <p:sp>
        <p:nvSpPr>
          <p:cNvPr id="25" name="Title 1"/>
          <p:cNvSpPr>
            <a:spLocks noGrp="1"/>
          </p:cNvSpPr>
          <p:nvPr>
            <p:ph type="ctrTitle" hasCustomPrompt="1"/>
          </p:nvPr>
        </p:nvSpPr>
        <p:spPr>
          <a:xfrm>
            <a:off x="1828800" y="2571750"/>
            <a:ext cx="6629400" cy="1089293"/>
          </a:xfrm>
        </p:spPr>
        <p:txBody>
          <a:bodyPr anchor="b">
            <a:normAutofit/>
          </a:bodyPr>
          <a:lstStyle>
            <a:lvl1pPr algn="l">
              <a:defRPr sz="2400" i="0">
                <a:solidFill>
                  <a:srgbClr val="0066A1"/>
                </a:solidFill>
              </a:defRPr>
            </a:lvl1pPr>
          </a:lstStyle>
          <a:p>
            <a:r>
              <a:rPr lang="en-US" dirty="0"/>
              <a:t>Thank You!</a:t>
            </a:r>
          </a:p>
        </p:txBody>
      </p:sp>
      <p:sp>
        <p:nvSpPr>
          <p:cNvPr id="26" name="Subtitle 2"/>
          <p:cNvSpPr>
            <a:spLocks noGrp="1"/>
          </p:cNvSpPr>
          <p:nvPr>
            <p:ph type="subTitle" idx="1" hasCustomPrompt="1"/>
          </p:nvPr>
        </p:nvSpPr>
        <p:spPr>
          <a:xfrm>
            <a:off x="1828798" y="3730100"/>
            <a:ext cx="6629401" cy="956810"/>
          </a:xfrm>
        </p:spPr>
        <p:txBody>
          <a:bodyPr>
            <a:normAutofit/>
          </a:bodyPr>
          <a:lstStyle>
            <a:lvl1pPr marL="0" indent="0" algn="l">
              <a:buNone/>
              <a:defRPr sz="1800" b="1" i="1">
                <a:solidFill>
                  <a:schemeClr val="tx1">
                    <a:lumMod val="50000"/>
                    <a:lumOff val="50000"/>
                  </a:schemeClr>
                </a:solidFill>
                <a:latin typeface="Calibri" charset="0"/>
                <a:ea typeface="Calibri" charset="0"/>
                <a:cs typeface="Calibri"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Author(s) [Underline Presenter]</a:t>
            </a:r>
          </a:p>
        </p:txBody>
      </p:sp>
      <p:sp>
        <p:nvSpPr>
          <p:cNvPr id="4" name="Slide Number Placeholder 3">
            <a:extLst>
              <a:ext uri="{FF2B5EF4-FFF2-40B4-BE49-F238E27FC236}">
                <a16:creationId xmlns:a16="http://schemas.microsoft.com/office/drawing/2014/main" id="{4179BE27-6E5D-6C47-AC30-A2B2ACB3E038}"/>
              </a:ext>
            </a:extLst>
          </p:cNvPr>
          <p:cNvSpPr>
            <a:spLocks noGrp="1"/>
          </p:cNvSpPr>
          <p:nvPr>
            <p:ph type="sldNum" sz="quarter" idx="18"/>
          </p:nvPr>
        </p:nvSpPr>
        <p:spPr/>
        <p:txBody>
          <a:bodyPr/>
          <a:lstStyle/>
          <a:p>
            <a:fld id="{3DD97BEB-BAEF-0344-9D5C-EC73E478698A}" type="slidenum">
              <a:rPr lang="en-US" smtClean="0"/>
              <a:pPr/>
              <a:t>‹#›</a:t>
            </a:fld>
            <a:endParaRPr lang="en-US" dirty="0"/>
          </a:p>
        </p:txBody>
      </p:sp>
    </p:spTree>
    <p:extLst>
      <p:ext uri="{BB962C8B-B14F-4D97-AF65-F5344CB8AC3E}">
        <p14:creationId xmlns:p14="http://schemas.microsoft.com/office/powerpoint/2010/main" val="18991021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Divider Title Slide Opt 1">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23888" y="2447123"/>
            <a:ext cx="7886700" cy="620819"/>
          </a:xfrm>
        </p:spPr>
        <p:txBody>
          <a:bodyPr anchor="ctr">
            <a:normAutofit/>
          </a:bodyPr>
          <a:lstStyle>
            <a:lvl1pPr>
              <a:defRPr sz="3300" i="0"/>
            </a:lvl1pPr>
          </a:lstStyle>
          <a:p>
            <a:r>
              <a:rPr lang="en-US" dirty="0"/>
              <a:t>Divider Title</a:t>
            </a:r>
          </a:p>
        </p:txBody>
      </p:sp>
      <p:sp>
        <p:nvSpPr>
          <p:cNvPr id="3" name="Text Placeholder 2"/>
          <p:cNvSpPr>
            <a:spLocks noGrp="1"/>
          </p:cNvSpPr>
          <p:nvPr>
            <p:ph type="body" idx="1" hasCustomPrompt="1"/>
          </p:nvPr>
        </p:nvSpPr>
        <p:spPr>
          <a:xfrm>
            <a:off x="623888" y="3088183"/>
            <a:ext cx="7886700" cy="504338"/>
          </a:xfrm>
        </p:spPr>
        <p:txBody>
          <a:bodyPr anchor="ctr">
            <a:normAutofit/>
          </a:bodyPr>
          <a:lstStyle>
            <a:lvl1pPr marL="0" indent="0">
              <a:lnSpc>
                <a:spcPct val="100000"/>
              </a:lnSpc>
              <a:buNone/>
              <a:defRPr sz="2100" b="1" i="1">
                <a:solidFill>
                  <a:schemeClr val="tx1">
                    <a:lumMod val="50000"/>
                    <a:lumOff val="50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dirty="0"/>
              <a:t>Subhead</a:t>
            </a:r>
          </a:p>
        </p:txBody>
      </p:sp>
      <p:sp>
        <p:nvSpPr>
          <p:cNvPr id="14" name="Slide Number Placeholder 13"/>
          <p:cNvSpPr>
            <a:spLocks noGrp="1"/>
          </p:cNvSpPr>
          <p:nvPr>
            <p:ph type="sldNum" sz="quarter" idx="10"/>
          </p:nvPr>
        </p:nvSpPr>
        <p:spPr>
          <a:xfrm>
            <a:off x="8657341" y="4966009"/>
            <a:ext cx="486659" cy="177491"/>
          </a:xfrm>
          <a:ln>
            <a:noFill/>
          </a:ln>
        </p:spPr>
        <p:txBody>
          <a:bodyPr/>
          <a:lstStyle>
            <a:lvl1pPr>
              <a:defRPr>
                <a:solidFill>
                  <a:schemeClr val="bg1"/>
                </a:solidFill>
              </a:defRPr>
            </a:lvl1pPr>
          </a:lstStyle>
          <a:p>
            <a:fld id="{3DD97BEB-BAEF-0344-9D5C-EC73E478698A}" type="slidenum">
              <a:rPr lang="en-US" smtClean="0"/>
              <a:pPr/>
              <a:t>‹#›</a:t>
            </a:fld>
            <a:endParaRPr lang="en-US" dirty="0"/>
          </a:p>
        </p:txBody>
      </p:sp>
    </p:spTree>
    <p:extLst>
      <p:ext uri="{BB962C8B-B14F-4D97-AF65-F5344CB8AC3E}">
        <p14:creationId xmlns:p14="http://schemas.microsoft.com/office/powerpoint/2010/main" val="4238478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Blank">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chor="ctr"/>
          <a:lstStyle/>
          <a:p>
            <a:r>
              <a:rPr lang="en-US" dirty="0"/>
              <a:t>Topic</a:t>
            </a:r>
          </a:p>
        </p:txBody>
      </p:sp>
      <p:sp>
        <p:nvSpPr>
          <p:cNvPr id="10" name="Text Placeholder 9"/>
          <p:cNvSpPr>
            <a:spLocks noGrp="1"/>
          </p:cNvSpPr>
          <p:nvPr>
            <p:ph type="body" sz="quarter" idx="13"/>
          </p:nvPr>
        </p:nvSpPr>
        <p:spPr>
          <a:xfrm>
            <a:off x="628650" y="1369219"/>
            <a:ext cx="7886700" cy="29575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Slide Number Placeholder 11"/>
          <p:cNvSpPr>
            <a:spLocks noGrp="1"/>
          </p:cNvSpPr>
          <p:nvPr>
            <p:ph type="sldNum" sz="quarter" idx="14"/>
          </p:nvPr>
        </p:nvSpPr>
        <p:spPr/>
        <p:txBody>
          <a:bodyPr/>
          <a:lstStyle/>
          <a:p>
            <a:fld id="{3DD97BEB-BAEF-0344-9D5C-EC73E478698A}" type="slidenum">
              <a:rPr lang="en-US" smtClean="0"/>
              <a:pPr/>
              <a:t>‹#›</a:t>
            </a:fld>
            <a:endParaRPr lang="en-US" dirty="0"/>
          </a:p>
        </p:txBody>
      </p:sp>
      <p:sp>
        <p:nvSpPr>
          <p:cNvPr id="4" name="Text Placeholder 3"/>
          <p:cNvSpPr>
            <a:spLocks noGrp="1"/>
          </p:cNvSpPr>
          <p:nvPr>
            <p:ph type="body" sz="quarter" idx="15" hasCustomPrompt="1"/>
          </p:nvPr>
        </p:nvSpPr>
        <p:spPr>
          <a:xfrm>
            <a:off x="628650" y="829648"/>
            <a:ext cx="7886700" cy="267632"/>
          </a:xfrm>
        </p:spPr>
        <p:txBody>
          <a:bodyPr anchor="ctr">
            <a:normAutofit/>
          </a:bodyPr>
          <a:lstStyle>
            <a:lvl1pPr marL="0" indent="0">
              <a:buNone/>
              <a:defRPr sz="1800" b="1" i="0">
                <a:solidFill>
                  <a:schemeClr val="tx1">
                    <a:lumMod val="50000"/>
                    <a:lumOff val="50000"/>
                  </a:schemeClr>
                </a:solidFill>
              </a:defRPr>
            </a:lvl1pPr>
          </a:lstStyle>
          <a:p>
            <a:pPr lvl="0"/>
            <a:r>
              <a:rPr lang="en-US" dirty="0"/>
              <a:t>Subhead</a:t>
            </a:r>
          </a:p>
        </p:txBody>
      </p:sp>
    </p:spTree>
    <p:extLst>
      <p:ext uri="{BB962C8B-B14F-4D97-AF65-F5344CB8AC3E}">
        <p14:creationId xmlns:p14="http://schemas.microsoft.com/office/powerpoint/2010/main" val="13853419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lumns">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chor="ctr"/>
          <a:lstStyle>
            <a:lvl1pPr>
              <a:defRPr i="0"/>
            </a:lvl1pPr>
          </a:lstStyle>
          <a:p>
            <a:r>
              <a:rPr lang="en-US" dirty="0"/>
              <a:t>Topic</a:t>
            </a:r>
          </a:p>
        </p:txBody>
      </p:sp>
      <p:sp>
        <p:nvSpPr>
          <p:cNvPr id="14" name="Text Placeholder 13"/>
          <p:cNvSpPr>
            <a:spLocks noGrp="1"/>
          </p:cNvSpPr>
          <p:nvPr>
            <p:ph type="body" sz="quarter" idx="13"/>
          </p:nvPr>
        </p:nvSpPr>
        <p:spPr>
          <a:xfrm>
            <a:off x="628650" y="1369219"/>
            <a:ext cx="3886200" cy="28444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13"/>
          <p:cNvSpPr>
            <a:spLocks noGrp="1"/>
          </p:cNvSpPr>
          <p:nvPr>
            <p:ph type="body" sz="quarter" idx="14"/>
          </p:nvPr>
        </p:nvSpPr>
        <p:spPr>
          <a:xfrm>
            <a:off x="4629150" y="1369219"/>
            <a:ext cx="3886200" cy="28444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2"/>
          <p:cNvSpPr>
            <a:spLocks noGrp="1"/>
          </p:cNvSpPr>
          <p:nvPr>
            <p:ph type="sldNum" sz="quarter" idx="15"/>
          </p:nvPr>
        </p:nvSpPr>
        <p:spPr/>
        <p:txBody>
          <a:bodyPr/>
          <a:lstStyle/>
          <a:p>
            <a:fld id="{3DD97BEB-BAEF-0344-9D5C-EC73E478698A}" type="slidenum">
              <a:rPr lang="en-US" smtClean="0"/>
              <a:pPr/>
              <a:t>‹#›</a:t>
            </a:fld>
            <a:endParaRPr lang="en-US" dirty="0"/>
          </a:p>
        </p:txBody>
      </p:sp>
      <p:sp>
        <p:nvSpPr>
          <p:cNvPr id="7" name="Text Placeholder 3"/>
          <p:cNvSpPr>
            <a:spLocks noGrp="1"/>
          </p:cNvSpPr>
          <p:nvPr>
            <p:ph type="body" sz="quarter" idx="16" hasCustomPrompt="1"/>
          </p:nvPr>
        </p:nvSpPr>
        <p:spPr>
          <a:xfrm>
            <a:off x="628650" y="829648"/>
            <a:ext cx="7886700" cy="267632"/>
          </a:xfrm>
        </p:spPr>
        <p:txBody>
          <a:bodyPr anchor="ctr">
            <a:normAutofit/>
          </a:bodyPr>
          <a:lstStyle>
            <a:lvl1pPr marL="0" indent="0">
              <a:buNone/>
              <a:defRPr sz="1800" b="1" i="0">
                <a:solidFill>
                  <a:schemeClr val="tx1">
                    <a:lumMod val="50000"/>
                    <a:lumOff val="50000"/>
                  </a:schemeClr>
                </a:solidFill>
              </a:defRPr>
            </a:lvl1pPr>
          </a:lstStyle>
          <a:p>
            <a:pPr lvl="0"/>
            <a:r>
              <a:rPr lang="en-US" dirty="0"/>
              <a:t>Subhead</a:t>
            </a:r>
          </a:p>
        </p:txBody>
      </p:sp>
    </p:spTree>
    <p:extLst>
      <p:ext uri="{BB962C8B-B14F-4D97-AF65-F5344CB8AC3E}">
        <p14:creationId xmlns:p14="http://schemas.microsoft.com/office/powerpoint/2010/main" val="17358584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chor="ctr"/>
          <a:lstStyle>
            <a:lvl1pPr>
              <a:defRPr i="0"/>
            </a:lvl1pPr>
          </a:lstStyle>
          <a:p>
            <a:r>
              <a:rPr lang="en-US" dirty="0"/>
              <a:t>Topic</a:t>
            </a:r>
          </a:p>
        </p:txBody>
      </p:sp>
      <p:sp>
        <p:nvSpPr>
          <p:cNvPr id="4" name="Content Placeholder 3"/>
          <p:cNvSpPr>
            <a:spLocks noGrp="1"/>
          </p:cNvSpPr>
          <p:nvPr>
            <p:ph sz="half" idx="2" hasCustomPrompt="1"/>
          </p:nvPr>
        </p:nvSpPr>
        <p:spPr>
          <a:xfrm>
            <a:off x="4629150" y="2844601"/>
            <a:ext cx="3886200" cy="1369180"/>
          </a:xfrm>
        </p:spPr>
        <p:txBody>
          <a:bodyPr/>
          <a:lstStyle>
            <a:lvl1pPr marL="0" indent="0">
              <a:buNone/>
              <a:defRPr sz="900" i="1"/>
            </a:lvl1pPr>
          </a:lstStyle>
          <a:p>
            <a:pPr lvl="0"/>
            <a:r>
              <a:rPr lang="en-US" dirty="0"/>
              <a:t>Insert Object</a:t>
            </a:r>
          </a:p>
        </p:txBody>
      </p:sp>
      <p:sp>
        <p:nvSpPr>
          <p:cNvPr id="14" name="Text Placeholder 13"/>
          <p:cNvSpPr>
            <a:spLocks noGrp="1"/>
          </p:cNvSpPr>
          <p:nvPr>
            <p:ph type="body" sz="quarter" idx="13"/>
          </p:nvPr>
        </p:nvSpPr>
        <p:spPr>
          <a:xfrm>
            <a:off x="628650" y="1369219"/>
            <a:ext cx="3886200" cy="28444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3"/>
          <p:cNvSpPr>
            <a:spLocks noGrp="1"/>
          </p:cNvSpPr>
          <p:nvPr>
            <p:ph sz="half" idx="14" hasCustomPrompt="1"/>
          </p:nvPr>
        </p:nvSpPr>
        <p:spPr>
          <a:xfrm>
            <a:off x="4629150" y="1369219"/>
            <a:ext cx="3886200" cy="1369180"/>
          </a:xfrm>
        </p:spPr>
        <p:txBody>
          <a:bodyPr/>
          <a:lstStyle>
            <a:lvl1pPr marL="0" indent="0">
              <a:buNone/>
              <a:defRPr sz="900" i="1"/>
            </a:lvl1pPr>
          </a:lstStyle>
          <a:p>
            <a:pPr lvl="0"/>
            <a:r>
              <a:rPr lang="en-US" dirty="0"/>
              <a:t>Insert Object</a:t>
            </a:r>
          </a:p>
        </p:txBody>
      </p:sp>
      <p:sp>
        <p:nvSpPr>
          <p:cNvPr id="3" name="Slide Number Placeholder 2"/>
          <p:cNvSpPr>
            <a:spLocks noGrp="1"/>
          </p:cNvSpPr>
          <p:nvPr>
            <p:ph type="sldNum" sz="quarter" idx="15"/>
          </p:nvPr>
        </p:nvSpPr>
        <p:spPr/>
        <p:txBody>
          <a:bodyPr/>
          <a:lstStyle/>
          <a:p>
            <a:fld id="{3DD97BEB-BAEF-0344-9D5C-EC73E478698A}" type="slidenum">
              <a:rPr lang="en-US" smtClean="0"/>
              <a:pPr/>
              <a:t>‹#›</a:t>
            </a:fld>
            <a:endParaRPr lang="en-US" dirty="0"/>
          </a:p>
        </p:txBody>
      </p:sp>
      <p:sp>
        <p:nvSpPr>
          <p:cNvPr id="10" name="Text Placeholder 3"/>
          <p:cNvSpPr>
            <a:spLocks noGrp="1"/>
          </p:cNvSpPr>
          <p:nvPr>
            <p:ph type="body" sz="quarter" idx="16" hasCustomPrompt="1"/>
          </p:nvPr>
        </p:nvSpPr>
        <p:spPr>
          <a:xfrm>
            <a:off x="628650" y="829648"/>
            <a:ext cx="7886700" cy="267632"/>
          </a:xfrm>
        </p:spPr>
        <p:txBody>
          <a:bodyPr anchor="ctr">
            <a:noAutofit/>
          </a:bodyPr>
          <a:lstStyle>
            <a:lvl1pPr marL="0" indent="0">
              <a:buNone/>
              <a:defRPr sz="1800" b="1" i="0">
                <a:solidFill>
                  <a:schemeClr val="tx1">
                    <a:lumMod val="50000"/>
                    <a:lumOff val="50000"/>
                  </a:schemeClr>
                </a:solidFill>
              </a:defRPr>
            </a:lvl1pPr>
          </a:lstStyle>
          <a:p>
            <a:pPr lvl="0"/>
            <a:r>
              <a:rPr lang="en-US" dirty="0"/>
              <a:t>Subhead</a:t>
            </a:r>
          </a:p>
        </p:txBody>
      </p:sp>
    </p:spTree>
    <p:extLst>
      <p:ext uri="{BB962C8B-B14F-4D97-AF65-F5344CB8AC3E}">
        <p14:creationId xmlns:p14="http://schemas.microsoft.com/office/powerpoint/2010/main" val="13551443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628650" y="417136"/>
            <a:ext cx="7886700" cy="415002"/>
          </a:xfrm>
        </p:spPr>
        <p:txBody>
          <a:bodyPr anchor="ctr"/>
          <a:lstStyle>
            <a:lvl1pPr>
              <a:defRPr i="0"/>
            </a:lvl1pPr>
          </a:lstStyle>
          <a:p>
            <a:r>
              <a:rPr lang="en-US" dirty="0"/>
              <a:t>Topic</a:t>
            </a:r>
          </a:p>
        </p:txBody>
      </p:sp>
      <p:sp>
        <p:nvSpPr>
          <p:cNvPr id="11" name="Content Placeholder 3"/>
          <p:cNvSpPr>
            <a:spLocks noGrp="1"/>
          </p:cNvSpPr>
          <p:nvPr>
            <p:ph sz="half" idx="2" hasCustomPrompt="1"/>
          </p:nvPr>
        </p:nvSpPr>
        <p:spPr>
          <a:xfrm>
            <a:off x="4629150" y="2128102"/>
            <a:ext cx="3886200" cy="2085680"/>
          </a:xfrm>
        </p:spPr>
        <p:txBody>
          <a:bodyPr/>
          <a:lstStyle>
            <a:lvl1pPr marL="0" indent="0">
              <a:buNone/>
              <a:defRPr sz="900" i="1"/>
            </a:lvl1pPr>
          </a:lstStyle>
          <a:p>
            <a:pPr lvl="0"/>
            <a:r>
              <a:rPr lang="en-US" dirty="0"/>
              <a:t>Insert Object</a:t>
            </a:r>
          </a:p>
        </p:txBody>
      </p:sp>
      <p:sp>
        <p:nvSpPr>
          <p:cNvPr id="13" name="Text Placeholder 13"/>
          <p:cNvSpPr>
            <a:spLocks noGrp="1"/>
          </p:cNvSpPr>
          <p:nvPr>
            <p:ph type="body" sz="quarter" idx="13"/>
          </p:nvPr>
        </p:nvSpPr>
        <p:spPr>
          <a:xfrm>
            <a:off x="628650" y="1369219"/>
            <a:ext cx="3886200" cy="28444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3"/>
          <p:cNvSpPr>
            <a:spLocks noGrp="1"/>
          </p:cNvSpPr>
          <p:nvPr>
            <p:ph type="body" sz="quarter" idx="14" hasCustomPrompt="1"/>
          </p:nvPr>
        </p:nvSpPr>
        <p:spPr>
          <a:xfrm>
            <a:off x="4629150" y="1369219"/>
            <a:ext cx="3886200" cy="758882"/>
          </a:xfrm>
        </p:spPr>
        <p:txBody>
          <a:bodyPr>
            <a:noAutofit/>
          </a:bodyPr>
          <a:lstStyle>
            <a:lvl1pPr marL="0" indent="0">
              <a:buNone/>
              <a:defRPr sz="1500"/>
            </a:lvl1pPr>
            <a:lvl2pPr>
              <a:defRPr sz="1350"/>
            </a:lvl2pPr>
            <a:lvl3pPr>
              <a:defRPr sz="1350"/>
            </a:lvl3pPr>
            <a:lvl4pPr>
              <a:defRPr sz="1350"/>
            </a:lvl4pPr>
            <a:lvl5pPr>
              <a:defRPr sz="135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a:t>
            </a:r>
          </a:p>
        </p:txBody>
      </p:sp>
      <p:sp>
        <p:nvSpPr>
          <p:cNvPr id="16" name="Slide Number Placeholder 15"/>
          <p:cNvSpPr>
            <a:spLocks noGrp="1"/>
          </p:cNvSpPr>
          <p:nvPr>
            <p:ph type="sldNum" sz="quarter" idx="15"/>
          </p:nvPr>
        </p:nvSpPr>
        <p:spPr/>
        <p:txBody>
          <a:bodyPr/>
          <a:lstStyle/>
          <a:p>
            <a:fld id="{3DD97BEB-BAEF-0344-9D5C-EC73E478698A}" type="slidenum">
              <a:rPr lang="en-US" smtClean="0"/>
              <a:pPr/>
              <a:t>‹#›</a:t>
            </a:fld>
            <a:endParaRPr lang="en-US" dirty="0"/>
          </a:p>
        </p:txBody>
      </p:sp>
      <p:sp>
        <p:nvSpPr>
          <p:cNvPr id="8" name="Text Placeholder 3"/>
          <p:cNvSpPr>
            <a:spLocks noGrp="1"/>
          </p:cNvSpPr>
          <p:nvPr>
            <p:ph type="body" sz="quarter" idx="16" hasCustomPrompt="1"/>
          </p:nvPr>
        </p:nvSpPr>
        <p:spPr>
          <a:xfrm>
            <a:off x="628650" y="829648"/>
            <a:ext cx="7886700" cy="267632"/>
          </a:xfrm>
        </p:spPr>
        <p:txBody>
          <a:bodyPr anchor="ctr">
            <a:noAutofit/>
          </a:bodyPr>
          <a:lstStyle>
            <a:lvl1pPr marL="0" indent="0">
              <a:buNone/>
              <a:defRPr sz="1800" b="1" i="0">
                <a:solidFill>
                  <a:schemeClr val="tx1">
                    <a:lumMod val="50000"/>
                    <a:lumOff val="50000"/>
                  </a:schemeClr>
                </a:solidFill>
              </a:defRPr>
            </a:lvl1pPr>
          </a:lstStyle>
          <a:p>
            <a:pPr lvl="0"/>
            <a:r>
              <a:rPr lang="en-US" dirty="0"/>
              <a:t>Subhead</a:t>
            </a:r>
          </a:p>
        </p:txBody>
      </p:sp>
    </p:spTree>
    <p:extLst>
      <p:ext uri="{BB962C8B-B14F-4D97-AF65-F5344CB8AC3E}">
        <p14:creationId xmlns:p14="http://schemas.microsoft.com/office/powerpoint/2010/main" val="5975459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Text, Bullets">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628650" y="417136"/>
            <a:ext cx="7886700" cy="415002"/>
          </a:xfrm>
        </p:spPr>
        <p:txBody>
          <a:bodyPr anchor="ctr"/>
          <a:lstStyle>
            <a:lvl1pPr>
              <a:defRPr i="0"/>
            </a:lvl1pPr>
          </a:lstStyle>
          <a:p>
            <a:r>
              <a:rPr lang="en-US" dirty="0"/>
              <a:t>Topic</a:t>
            </a:r>
          </a:p>
        </p:txBody>
      </p:sp>
      <p:sp>
        <p:nvSpPr>
          <p:cNvPr id="11" name="Content Placeholder 3"/>
          <p:cNvSpPr>
            <a:spLocks noGrp="1"/>
          </p:cNvSpPr>
          <p:nvPr>
            <p:ph sz="half" idx="2" hasCustomPrompt="1"/>
          </p:nvPr>
        </p:nvSpPr>
        <p:spPr>
          <a:xfrm>
            <a:off x="628650" y="1361923"/>
            <a:ext cx="3886200" cy="2851699"/>
          </a:xfrm>
        </p:spPr>
        <p:txBody>
          <a:bodyPr/>
          <a:lstStyle>
            <a:lvl1pPr marL="0" indent="0">
              <a:buNone/>
              <a:defRPr sz="900" i="1"/>
            </a:lvl1pPr>
          </a:lstStyle>
          <a:p>
            <a:pPr lvl="0"/>
            <a:r>
              <a:rPr lang="en-US" dirty="0"/>
              <a:t>Insert Object</a:t>
            </a:r>
          </a:p>
        </p:txBody>
      </p:sp>
      <p:sp>
        <p:nvSpPr>
          <p:cNvPr id="13" name="Text Placeholder 13"/>
          <p:cNvSpPr>
            <a:spLocks noGrp="1"/>
          </p:cNvSpPr>
          <p:nvPr>
            <p:ph type="body" sz="quarter" idx="13"/>
          </p:nvPr>
        </p:nvSpPr>
        <p:spPr>
          <a:xfrm>
            <a:off x="4629150" y="2128101"/>
            <a:ext cx="3886200" cy="20855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3"/>
          <p:cNvSpPr>
            <a:spLocks noGrp="1"/>
          </p:cNvSpPr>
          <p:nvPr>
            <p:ph type="body" sz="quarter" idx="14" hasCustomPrompt="1"/>
          </p:nvPr>
        </p:nvSpPr>
        <p:spPr>
          <a:xfrm>
            <a:off x="4629150" y="1369219"/>
            <a:ext cx="3886200" cy="758882"/>
          </a:xfrm>
        </p:spPr>
        <p:txBody>
          <a:bodyPr>
            <a:noAutofit/>
          </a:bodyPr>
          <a:lstStyle>
            <a:lvl1pPr marL="0" indent="0">
              <a:buNone/>
              <a:defRPr sz="1500"/>
            </a:lvl1pPr>
            <a:lvl2pPr>
              <a:defRPr sz="1350"/>
            </a:lvl2pPr>
            <a:lvl3pPr>
              <a:defRPr sz="1350"/>
            </a:lvl3pPr>
            <a:lvl4pPr>
              <a:defRPr sz="1350"/>
            </a:lvl4pPr>
            <a:lvl5pPr>
              <a:defRPr sz="135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endParaRPr lang="en-US" dirty="0"/>
          </a:p>
        </p:txBody>
      </p:sp>
      <p:sp>
        <p:nvSpPr>
          <p:cNvPr id="2" name="Slide Number Placeholder 1"/>
          <p:cNvSpPr>
            <a:spLocks noGrp="1"/>
          </p:cNvSpPr>
          <p:nvPr>
            <p:ph type="sldNum" sz="quarter" idx="15"/>
          </p:nvPr>
        </p:nvSpPr>
        <p:spPr/>
        <p:txBody>
          <a:bodyPr/>
          <a:lstStyle/>
          <a:p>
            <a:fld id="{3DD97BEB-BAEF-0344-9D5C-EC73E478698A}" type="slidenum">
              <a:rPr lang="en-US" smtClean="0"/>
              <a:pPr/>
              <a:t>‹#›</a:t>
            </a:fld>
            <a:endParaRPr lang="en-US" dirty="0"/>
          </a:p>
        </p:txBody>
      </p:sp>
      <p:sp>
        <p:nvSpPr>
          <p:cNvPr id="8" name="Text Placeholder 3"/>
          <p:cNvSpPr>
            <a:spLocks noGrp="1"/>
          </p:cNvSpPr>
          <p:nvPr>
            <p:ph type="body" sz="quarter" idx="16" hasCustomPrompt="1"/>
          </p:nvPr>
        </p:nvSpPr>
        <p:spPr>
          <a:xfrm>
            <a:off x="628650" y="829648"/>
            <a:ext cx="7886700" cy="267632"/>
          </a:xfrm>
        </p:spPr>
        <p:txBody>
          <a:bodyPr anchor="ctr">
            <a:noAutofit/>
          </a:bodyPr>
          <a:lstStyle>
            <a:lvl1pPr marL="0" indent="0">
              <a:buNone/>
              <a:defRPr sz="1800" b="1" i="0">
                <a:solidFill>
                  <a:schemeClr val="tx1">
                    <a:lumMod val="50000"/>
                    <a:lumOff val="50000"/>
                  </a:schemeClr>
                </a:solidFill>
              </a:defRPr>
            </a:lvl1pPr>
          </a:lstStyle>
          <a:p>
            <a:pPr lvl="0"/>
            <a:r>
              <a:rPr lang="en-US" dirty="0"/>
              <a:t>Subhead</a:t>
            </a:r>
          </a:p>
        </p:txBody>
      </p:sp>
    </p:spTree>
    <p:extLst>
      <p:ext uri="{BB962C8B-B14F-4D97-AF65-F5344CB8AC3E}">
        <p14:creationId xmlns:p14="http://schemas.microsoft.com/office/powerpoint/2010/main" val="16775149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628650" y="417136"/>
            <a:ext cx="7886700" cy="415002"/>
          </a:xfrm>
        </p:spPr>
        <p:txBody>
          <a:bodyPr anchor="ctr"/>
          <a:lstStyle>
            <a:lvl1pPr>
              <a:defRPr i="0"/>
            </a:lvl1pPr>
          </a:lstStyle>
          <a:p>
            <a:r>
              <a:rPr lang="en-US" dirty="0"/>
              <a:t>Topic</a:t>
            </a:r>
          </a:p>
        </p:txBody>
      </p:sp>
      <p:sp>
        <p:nvSpPr>
          <p:cNvPr id="11" name="Content Placeholder 3"/>
          <p:cNvSpPr>
            <a:spLocks noGrp="1"/>
          </p:cNvSpPr>
          <p:nvPr>
            <p:ph sz="half" idx="2" hasCustomPrompt="1"/>
          </p:nvPr>
        </p:nvSpPr>
        <p:spPr>
          <a:xfrm>
            <a:off x="4629150" y="2855320"/>
            <a:ext cx="3886200" cy="1358461"/>
          </a:xfrm>
        </p:spPr>
        <p:txBody>
          <a:bodyPr/>
          <a:lstStyle>
            <a:lvl1pPr marL="0" indent="0">
              <a:buNone/>
              <a:defRPr sz="900" i="1"/>
            </a:lvl1pPr>
          </a:lstStyle>
          <a:p>
            <a:pPr lvl="0"/>
            <a:r>
              <a:rPr lang="en-US" dirty="0"/>
              <a:t>Insert Object</a:t>
            </a:r>
          </a:p>
        </p:txBody>
      </p:sp>
      <p:sp>
        <p:nvSpPr>
          <p:cNvPr id="13" name="Text Placeholder 13"/>
          <p:cNvSpPr>
            <a:spLocks noGrp="1"/>
          </p:cNvSpPr>
          <p:nvPr>
            <p:ph type="body" sz="quarter" idx="13"/>
          </p:nvPr>
        </p:nvSpPr>
        <p:spPr>
          <a:xfrm>
            <a:off x="628650" y="1369219"/>
            <a:ext cx="3886200" cy="13750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3"/>
          <p:cNvSpPr>
            <a:spLocks noGrp="1"/>
          </p:cNvSpPr>
          <p:nvPr>
            <p:ph sz="half" idx="14" hasCustomPrompt="1"/>
          </p:nvPr>
        </p:nvSpPr>
        <p:spPr>
          <a:xfrm>
            <a:off x="4629150" y="1385779"/>
            <a:ext cx="3886200" cy="1358461"/>
          </a:xfrm>
        </p:spPr>
        <p:txBody>
          <a:bodyPr/>
          <a:lstStyle>
            <a:lvl1pPr marL="0" indent="0">
              <a:buNone/>
              <a:defRPr sz="900" i="1"/>
            </a:lvl1pPr>
          </a:lstStyle>
          <a:p>
            <a:pPr lvl="0"/>
            <a:r>
              <a:rPr lang="en-US" dirty="0"/>
              <a:t>Insert Object</a:t>
            </a:r>
          </a:p>
        </p:txBody>
      </p:sp>
      <p:sp>
        <p:nvSpPr>
          <p:cNvPr id="16" name="Content Placeholder 3"/>
          <p:cNvSpPr>
            <a:spLocks noGrp="1"/>
          </p:cNvSpPr>
          <p:nvPr>
            <p:ph sz="half" idx="15" hasCustomPrompt="1"/>
          </p:nvPr>
        </p:nvSpPr>
        <p:spPr>
          <a:xfrm>
            <a:off x="628650" y="2855320"/>
            <a:ext cx="3886200" cy="1358461"/>
          </a:xfrm>
        </p:spPr>
        <p:txBody>
          <a:bodyPr/>
          <a:lstStyle>
            <a:lvl1pPr marL="0" indent="0">
              <a:buNone/>
              <a:defRPr sz="900" i="1"/>
            </a:lvl1pPr>
          </a:lstStyle>
          <a:p>
            <a:pPr lvl="0"/>
            <a:r>
              <a:rPr lang="en-US" dirty="0"/>
              <a:t>Insert Object</a:t>
            </a:r>
          </a:p>
        </p:txBody>
      </p:sp>
      <p:sp>
        <p:nvSpPr>
          <p:cNvPr id="2" name="Slide Number Placeholder 1"/>
          <p:cNvSpPr>
            <a:spLocks noGrp="1"/>
          </p:cNvSpPr>
          <p:nvPr>
            <p:ph type="sldNum" sz="quarter" idx="16"/>
          </p:nvPr>
        </p:nvSpPr>
        <p:spPr/>
        <p:txBody>
          <a:bodyPr/>
          <a:lstStyle/>
          <a:p>
            <a:fld id="{3DD97BEB-BAEF-0344-9D5C-EC73E478698A}" type="slidenum">
              <a:rPr lang="en-US" smtClean="0"/>
              <a:pPr/>
              <a:t>‹#›</a:t>
            </a:fld>
            <a:endParaRPr lang="en-US" dirty="0"/>
          </a:p>
        </p:txBody>
      </p:sp>
      <p:sp>
        <p:nvSpPr>
          <p:cNvPr id="9" name="Text Placeholder 3"/>
          <p:cNvSpPr>
            <a:spLocks noGrp="1"/>
          </p:cNvSpPr>
          <p:nvPr>
            <p:ph type="body" sz="quarter" idx="17" hasCustomPrompt="1"/>
          </p:nvPr>
        </p:nvSpPr>
        <p:spPr>
          <a:xfrm>
            <a:off x="628650" y="829648"/>
            <a:ext cx="7886700" cy="267632"/>
          </a:xfrm>
        </p:spPr>
        <p:txBody>
          <a:bodyPr anchor="ctr">
            <a:noAutofit/>
          </a:bodyPr>
          <a:lstStyle>
            <a:lvl1pPr marL="0" indent="0">
              <a:buNone/>
              <a:defRPr sz="1800" b="1" i="0">
                <a:solidFill>
                  <a:schemeClr val="tx1">
                    <a:lumMod val="50000"/>
                    <a:lumOff val="50000"/>
                  </a:schemeClr>
                </a:solidFill>
              </a:defRPr>
            </a:lvl1pPr>
          </a:lstStyle>
          <a:p>
            <a:pPr lvl="0"/>
            <a:r>
              <a:rPr lang="en-US" dirty="0"/>
              <a:t>Subhead</a:t>
            </a:r>
          </a:p>
        </p:txBody>
      </p:sp>
    </p:spTree>
    <p:extLst>
      <p:ext uri="{BB962C8B-B14F-4D97-AF65-F5344CB8AC3E}">
        <p14:creationId xmlns:p14="http://schemas.microsoft.com/office/powerpoint/2010/main" val="15960082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chor="ctr"/>
          <a:lstStyle>
            <a:lvl1pPr>
              <a:defRPr i="0"/>
            </a:lvl1pPr>
          </a:lstStyle>
          <a:p>
            <a:r>
              <a:rPr lang="en-US" dirty="0"/>
              <a:t>Topic</a:t>
            </a:r>
          </a:p>
        </p:txBody>
      </p:sp>
      <p:sp>
        <p:nvSpPr>
          <p:cNvPr id="14" name="Text Placeholder 13"/>
          <p:cNvSpPr>
            <a:spLocks noGrp="1"/>
          </p:cNvSpPr>
          <p:nvPr>
            <p:ph type="body" sz="quarter" idx="13"/>
          </p:nvPr>
        </p:nvSpPr>
        <p:spPr>
          <a:xfrm>
            <a:off x="628651" y="1369219"/>
            <a:ext cx="3019523" cy="28444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able Placeholder 8"/>
          <p:cNvSpPr>
            <a:spLocks noGrp="1"/>
          </p:cNvSpPr>
          <p:nvPr>
            <p:ph type="tbl" sz="quarter" idx="14" hasCustomPrompt="1"/>
          </p:nvPr>
        </p:nvSpPr>
        <p:spPr>
          <a:xfrm>
            <a:off x="3789576" y="1369219"/>
            <a:ext cx="4725775" cy="2844404"/>
          </a:xfrm>
        </p:spPr>
        <p:txBody>
          <a:bodyPr>
            <a:normAutofit/>
          </a:bodyPr>
          <a:lstStyle>
            <a:lvl1pPr marL="0" indent="0">
              <a:buNone/>
              <a:defRPr sz="900" i="1"/>
            </a:lvl1pPr>
          </a:lstStyle>
          <a:p>
            <a:pPr lvl="0"/>
            <a:r>
              <a:rPr lang="en-US" dirty="0"/>
              <a:t>Insert Object</a:t>
            </a:r>
          </a:p>
        </p:txBody>
      </p:sp>
      <p:sp>
        <p:nvSpPr>
          <p:cNvPr id="10" name="Slide Number Placeholder 9"/>
          <p:cNvSpPr>
            <a:spLocks noGrp="1"/>
          </p:cNvSpPr>
          <p:nvPr>
            <p:ph type="sldNum" sz="quarter" idx="15"/>
          </p:nvPr>
        </p:nvSpPr>
        <p:spPr/>
        <p:txBody>
          <a:bodyPr/>
          <a:lstStyle/>
          <a:p>
            <a:fld id="{3DD97BEB-BAEF-0344-9D5C-EC73E478698A}" type="slidenum">
              <a:rPr lang="en-US" smtClean="0"/>
              <a:pPr/>
              <a:t>‹#›</a:t>
            </a:fld>
            <a:endParaRPr lang="en-US" dirty="0"/>
          </a:p>
        </p:txBody>
      </p:sp>
      <p:sp>
        <p:nvSpPr>
          <p:cNvPr id="7" name="Text Placeholder 3"/>
          <p:cNvSpPr>
            <a:spLocks noGrp="1"/>
          </p:cNvSpPr>
          <p:nvPr>
            <p:ph type="body" sz="quarter" idx="16" hasCustomPrompt="1"/>
          </p:nvPr>
        </p:nvSpPr>
        <p:spPr>
          <a:xfrm>
            <a:off x="628650" y="829648"/>
            <a:ext cx="7886700" cy="267632"/>
          </a:xfrm>
        </p:spPr>
        <p:txBody>
          <a:bodyPr anchor="ctr">
            <a:noAutofit/>
          </a:bodyPr>
          <a:lstStyle>
            <a:lvl1pPr marL="0" indent="0">
              <a:buNone/>
              <a:defRPr sz="1800" b="1" i="0">
                <a:solidFill>
                  <a:schemeClr val="tx1">
                    <a:lumMod val="50000"/>
                    <a:lumOff val="50000"/>
                  </a:schemeClr>
                </a:solidFill>
              </a:defRPr>
            </a:lvl1pPr>
          </a:lstStyle>
          <a:p>
            <a:pPr lvl="0"/>
            <a:r>
              <a:rPr lang="en-US" dirty="0"/>
              <a:t>Subhead</a:t>
            </a:r>
          </a:p>
        </p:txBody>
      </p:sp>
    </p:spTree>
    <p:extLst>
      <p:ext uri="{BB962C8B-B14F-4D97-AF65-F5344CB8AC3E}">
        <p14:creationId xmlns:p14="http://schemas.microsoft.com/office/powerpoint/2010/main" val="14077240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Photo with Caption">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628650" y="417136"/>
            <a:ext cx="7886700" cy="415002"/>
          </a:xfrm>
        </p:spPr>
        <p:txBody>
          <a:bodyPr anchor="ctr"/>
          <a:lstStyle>
            <a:lvl1pPr>
              <a:defRPr i="0"/>
            </a:lvl1pPr>
          </a:lstStyle>
          <a:p>
            <a:r>
              <a:rPr lang="en-US" dirty="0"/>
              <a:t>Topic</a:t>
            </a:r>
          </a:p>
        </p:txBody>
      </p:sp>
      <p:sp>
        <p:nvSpPr>
          <p:cNvPr id="13" name="Text Placeholder 13"/>
          <p:cNvSpPr>
            <a:spLocks noGrp="1"/>
          </p:cNvSpPr>
          <p:nvPr>
            <p:ph type="body" sz="quarter" idx="13"/>
          </p:nvPr>
        </p:nvSpPr>
        <p:spPr>
          <a:xfrm>
            <a:off x="4629150" y="1369219"/>
            <a:ext cx="3886200" cy="28444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3"/>
          <p:cNvSpPr>
            <a:spLocks noGrp="1"/>
          </p:cNvSpPr>
          <p:nvPr>
            <p:ph type="body" sz="quarter" idx="14" hasCustomPrompt="1"/>
          </p:nvPr>
        </p:nvSpPr>
        <p:spPr>
          <a:xfrm>
            <a:off x="628650" y="3591613"/>
            <a:ext cx="3886200" cy="622010"/>
          </a:xfrm>
        </p:spPr>
        <p:txBody>
          <a:bodyPr>
            <a:noAutofit/>
          </a:bodyPr>
          <a:lstStyle>
            <a:lvl1pPr marL="0" indent="0">
              <a:buNone/>
              <a:defRPr sz="1500"/>
            </a:lvl1pPr>
            <a:lvl2pPr>
              <a:defRPr sz="1350"/>
            </a:lvl2pPr>
            <a:lvl3pPr>
              <a:defRPr sz="1350"/>
            </a:lvl3pPr>
            <a:lvl4pPr>
              <a:defRPr sz="1350"/>
            </a:lvl4pPr>
            <a:lvl5pPr>
              <a:defRPr sz="135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endParaRPr lang="en-US" dirty="0"/>
          </a:p>
        </p:txBody>
      </p:sp>
      <p:sp>
        <p:nvSpPr>
          <p:cNvPr id="3" name="Picture Placeholder 2"/>
          <p:cNvSpPr>
            <a:spLocks noGrp="1"/>
          </p:cNvSpPr>
          <p:nvPr>
            <p:ph type="pic" sz="quarter" idx="15" hasCustomPrompt="1"/>
          </p:nvPr>
        </p:nvSpPr>
        <p:spPr>
          <a:xfrm>
            <a:off x="628650" y="1369219"/>
            <a:ext cx="3886200" cy="2222393"/>
          </a:xfrm>
        </p:spPr>
        <p:txBody>
          <a:bodyPr>
            <a:normAutofit/>
          </a:bodyPr>
          <a:lstStyle>
            <a:lvl1pPr marL="0" indent="0">
              <a:buNone/>
              <a:defRPr sz="900" i="1" baseline="0"/>
            </a:lvl1pPr>
          </a:lstStyle>
          <a:p>
            <a:r>
              <a:rPr lang="en-US" dirty="0"/>
              <a:t>Insert Photo</a:t>
            </a:r>
          </a:p>
        </p:txBody>
      </p:sp>
      <p:sp>
        <p:nvSpPr>
          <p:cNvPr id="4" name="Slide Number Placeholder 3"/>
          <p:cNvSpPr>
            <a:spLocks noGrp="1"/>
          </p:cNvSpPr>
          <p:nvPr>
            <p:ph type="sldNum" sz="quarter" idx="16"/>
          </p:nvPr>
        </p:nvSpPr>
        <p:spPr/>
        <p:txBody>
          <a:bodyPr/>
          <a:lstStyle/>
          <a:p>
            <a:fld id="{3DD97BEB-BAEF-0344-9D5C-EC73E478698A}" type="slidenum">
              <a:rPr lang="en-US" smtClean="0"/>
              <a:pPr/>
              <a:t>‹#›</a:t>
            </a:fld>
            <a:endParaRPr lang="en-US" dirty="0"/>
          </a:p>
        </p:txBody>
      </p:sp>
      <p:sp>
        <p:nvSpPr>
          <p:cNvPr id="8" name="Text Placeholder 3"/>
          <p:cNvSpPr>
            <a:spLocks noGrp="1"/>
          </p:cNvSpPr>
          <p:nvPr>
            <p:ph type="body" sz="quarter" idx="17" hasCustomPrompt="1"/>
          </p:nvPr>
        </p:nvSpPr>
        <p:spPr>
          <a:xfrm>
            <a:off x="628650" y="829648"/>
            <a:ext cx="7886700" cy="267632"/>
          </a:xfrm>
        </p:spPr>
        <p:txBody>
          <a:bodyPr anchor="ctr">
            <a:noAutofit/>
          </a:bodyPr>
          <a:lstStyle>
            <a:lvl1pPr marL="0" indent="0">
              <a:buNone/>
              <a:defRPr sz="1800" b="1" i="0">
                <a:solidFill>
                  <a:schemeClr val="tx1">
                    <a:lumMod val="50000"/>
                    <a:lumOff val="50000"/>
                  </a:schemeClr>
                </a:solidFill>
              </a:defRPr>
            </a:lvl1pPr>
          </a:lstStyle>
          <a:p>
            <a:pPr lvl="0"/>
            <a:r>
              <a:rPr lang="en-US" dirty="0"/>
              <a:t>Subhead</a:t>
            </a:r>
          </a:p>
        </p:txBody>
      </p:sp>
    </p:spTree>
    <p:extLst>
      <p:ext uri="{BB962C8B-B14F-4D97-AF65-F5344CB8AC3E}">
        <p14:creationId xmlns:p14="http://schemas.microsoft.com/office/powerpoint/2010/main" val="18389558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Slide Number Placeholder 5"/>
          <p:cNvSpPr>
            <a:spLocks noGrp="1"/>
          </p:cNvSpPr>
          <p:nvPr>
            <p:ph type="sldNum" sz="quarter" idx="10"/>
          </p:nvPr>
        </p:nvSpPr>
        <p:spPr/>
        <p:txBody>
          <a:bodyPr/>
          <a:lstStyle/>
          <a:p>
            <a:fld id="{3DD97BEB-BAEF-0344-9D5C-EC73E478698A}" type="slidenum">
              <a:rPr lang="en-US" smtClean="0"/>
              <a:pPr/>
              <a:t>‹#›</a:t>
            </a:fld>
            <a:endParaRPr lang="en-US" dirty="0"/>
          </a:p>
        </p:txBody>
      </p:sp>
    </p:spTree>
    <p:extLst>
      <p:ext uri="{BB962C8B-B14F-4D97-AF65-F5344CB8AC3E}">
        <p14:creationId xmlns:p14="http://schemas.microsoft.com/office/powerpoint/2010/main" val="8441047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xt, Bullets">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628650" y="417136"/>
            <a:ext cx="7886700" cy="415002"/>
          </a:xfrm>
        </p:spPr>
        <p:txBody>
          <a:bodyPr anchor="ctr"/>
          <a:lstStyle>
            <a:lvl1pPr>
              <a:defRPr i="0"/>
            </a:lvl1pPr>
          </a:lstStyle>
          <a:p>
            <a:r>
              <a:rPr lang="en-US" dirty="0"/>
              <a:t>Topic</a:t>
            </a:r>
          </a:p>
        </p:txBody>
      </p:sp>
      <p:sp>
        <p:nvSpPr>
          <p:cNvPr id="13" name="Text Placeholder 13"/>
          <p:cNvSpPr>
            <a:spLocks noGrp="1"/>
          </p:cNvSpPr>
          <p:nvPr>
            <p:ph type="body" sz="quarter" idx="13"/>
          </p:nvPr>
        </p:nvSpPr>
        <p:spPr>
          <a:xfrm>
            <a:off x="628650" y="2128100"/>
            <a:ext cx="7886700" cy="160491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3"/>
          <p:cNvSpPr>
            <a:spLocks noGrp="1"/>
          </p:cNvSpPr>
          <p:nvPr>
            <p:ph type="body" sz="quarter" idx="14" hasCustomPrompt="1"/>
          </p:nvPr>
        </p:nvSpPr>
        <p:spPr>
          <a:xfrm>
            <a:off x="628650" y="1369219"/>
            <a:ext cx="7886700" cy="758882"/>
          </a:xfrm>
        </p:spPr>
        <p:txBody>
          <a:bodyPr>
            <a:normAutofit/>
          </a:bodyPr>
          <a:lstStyle>
            <a:lvl1pPr marL="0" indent="0">
              <a:buNone/>
              <a:defRPr sz="1500"/>
            </a:lvl1pPr>
            <a:lvl2pPr>
              <a:defRPr sz="1350"/>
            </a:lvl2pPr>
            <a:lvl3pPr>
              <a:defRPr sz="1350"/>
            </a:lvl3pPr>
            <a:lvl4pPr>
              <a:defRPr sz="1350"/>
            </a:lvl4pPr>
            <a:lvl5pPr>
              <a:defRPr sz="135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ea</a:t>
            </a:r>
            <a:r>
              <a:rPr lang="en-US" dirty="0"/>
              <a:t> </a:t>
            </a:r>
            <a:r>
              <a:rPr lang="en-US" dirty="0" err="1"/>
              <a:t>consequat</a:t>
            </a:r>
            <a:r>
              <a:rPr lang="en-US" dirty="0"/>
              <a:t>.</a:t>
            </a:r>
          </a:p>
        </p:txBody>
      </p:sp>
      <p:sp>
        <p:nvSpPr>
          <p:cNvPr id="14" name="Text Placeholder 13"/>
          <p:cNvSpPr>
            <a:spLocks noGrp="1"/>
          </p:cNvSpPr>
          <p:nvPr>
            <p:ph type="body" sz="quarter" idx="15" hasCustomPrompt="1"/>
          </p:nvPr>
        </p:nvSpPr>
        <p:spPr>
          <a:xfrm>
            <a:off x="628650" y="3733015"/>
            <a:ext cx="7886700" cy="497168"/>
          </a:xfrm>
        </p:spPr>
        <p:txBody>
          <a:bodyPr>
            <a:normAutofit/>
          </a:bodyPr>
          <a:lstStyle>
            <a:lvl1pPr marL="0" indent="0">
              <a:buNone/>
              <a:defRPr sz="1500" b="1" i="1">
                <a:solidFill>
                  <a:srgbClr val="0066A1"/>
                </a:solidFill>
              </a:defRPr>
            </a:lvl1pPr>
            <a:lvl2pPr>
              <a:defRPr sz="1350"/>
            </a:lvl2pPr>
            <a:lvl3pPr>
              <a:defRPr sz="1350"/>
            </a:lvl3pPr>
            <a:lvl4pPr>
              <a:defRPr sz="1350"/>
            </a:lvl4pPr>
            <a:lvl5pPr>
              <a:defRPr sz="135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p:txBody>
      </p:sp>
      <p:sp>
        <p:nvSpPr>
          <p:cNvPr id="2" name="Slide Number Placeholder 1"/>
          <p:cNvSpPr>
            <a:spLocks noGrp="1"/>
          </p:cNvSpPr>
          <p:nvPr>
            <p:ph type="sldNum" sz="quarter" idx="16"/>
          </p:nvPr>
        </p:nvSpPr>
        <p:spPr/>
        <p:txBody>
          <a:bodyPr/>
          <a:lstStyle/>
          <a:p>
            <a:fld id="{3DD97BEB-BAEF-0344-9D5C-EC73E478698A}" type="slidenum">
              <a:rPr lang="en-US" smtClean="0"/>
              <a:pPr/>
              <a:t>‹#›</a:t>
            </a:fld>
            <a:endParaRPr lang="en-US" dirty="0"/>
          </a:p>
        </p:txBody>
      </p:sp>
      <p:sp>
        <p:nvSpPr>
          <p:cNvPr id="8" name="Text Placeholder 3"/>
          <p:cNvSpPr>
            <a:spLocks noGrp="1"/>
          </p:cNvSpPr>
          <p:nvPr>
            <p:ph type="body" sz="quarter" idx="17" hasCustomPrompt="1"/>
          </p:nvPr>
        </p:nvSpPr>
        <p:spPr>
          <a:xfrm>
            <a:off x="628650" y="829648"/>
            <a:ext cx="7886700" cy="267632"/>
          </a:xfrm>
        </p:spPr>
        <p:txBody>
          <a:bodyPr anchor="ctr">
            <a:noAutofit/>
          </a:bodyPr>
          <a:lstStyle>
            <a:lvl1pPr marL="0" indent="0">
              <a:buNone/>
              <a:defRPr sz="1800" b="1" i="0">
                <a:solidFill>
                  <a:schemeClr val="tx1">
                    <a:lumMod val="50000"/>
                    <a:lumOff val="50000"/>
                  </a:schemeClr>
                </a:solidFill>
              </a:defRPr>
            </a:lvl1pPr>
          </a:lstStyle>
          <a:p>
            <a:pPr lvl="0"/>
            <a:r>
              <a:rPr lang="en-US" dirty="0"/>
              <a:t>Subhead</a:t>
            </a:r>
          </a:p>
        </p:txBody>
      </p:sp>
    </p:spTree>
    <p:extLst>
      <p:ext uri="{BB962C8B-B14F-4D97-AF65-F5344CB8AC3E}">
        <p14:creationId xmlns:p14="http://schemas.microsoft.com/office/powerpoint/2010/main" val="13278911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 Bullets, Content">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628650" y="417136"/>
            <a:ext cx="7886700" cy="415002"/>
          </a:xfrm>
        </p:spPr>
        <p:txBody>
          <a:bodyPr anchor="ctr"/>
          <a:lstStyle>
            <a:lvl1pPr>
              <a:defRPr i="0"/>
            </a:lvl1pPr>
          </a:lstStyle>
          <a:p>
            <a:r>
              <a:rPr lang="en-US" dirty="0"/>
              <a:t>Topic</a:t>
            </a:r>
          </a:p>
        </p:txBody>
      </p:sp>
      <p:sp>
        <p:nvSpPr>
          <p:cNvPr id="13" name="Text Placeholder 13"/>
          <p:cNvSpPr>
            <a:spLocks noGrp="1"/>
          </p:cNvSpPr>
          <p:nvPr>
            <p:ph type="body" sz="quarter" idx="13"/>
          </p:nvPr>
        </p:nvSpPr>
        <p:spPr>
          <a:xfrm>
            <a:off x="628650" y="3004794"/>
            <a:ext cx="3886200" cy="12088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3"/>
          <p:cNvSpPr>
            <a:spLocks noGrp="1"/>
          </p:cNvSpPr>
          <p:nvPr>
            <p:ph type="body" sz="quarter" idx="14" hasCustomPrompt="1"/>
          </p:nvPr>
        </p:nvSpPr>
        <p:spPr>
          <a:xfrm>
            <a:off x="628650" y="1369219"/>
            <a:ext cx="7886700" cy="1556426"/>
          </a:xfrm>
        </p:spPr>
        <p:txBody>
          <a:bodyPr numCol="2" spcCol="274320">
            <a:normAutofit/>
          </a:bodyPr>
          <a:lstStyle>
            <a:lvl1pPr marL="0" indent="0">
              <a:buNone/>
              <a:defRPr sz="1500"/>
            </a:lvl1pPr>
            <a:lvl2pPr>
              <a:defRPr sz="1350"/>
            </a:lvl2pPr>
            <a:lvl3pPr>
              <a:defRPr sz="1350"/>
            </a:lvl3pPr>
            <a:lvl4pPr>
              <a:defRPr sz="1350"/>
            </a:lvl4pPr>
            <a:lvl5pPr>
              <a:defRPr sz="135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cillum</a:t>
            </a:r>
            <a:r>
              <a:rPr lang="en-US" dirty="0"/>
              <a:t> </a:t>
            </a:r>
            <a:r>
              <a:rPr lang="en-US" dirty="0" err="1"/>
              <a:t>dolore</a:t>
            </a:r>
            <a:r>
              <a:rPr lang="en-US" dirty="0"/>
              <a:t> </a:t>
            </a:r>
            <a:r>
              <a:rPr lang="en-US" dirty="0" err="1"/>
              <a:t>eu</a:t>
            </a:r>
            <a:r>
              <a:rPr lang="en-US" dirty="0"/>
              <a:t> </a:t>
            </a:r>
            <a:r>
              <a:rPr lang="en-US" dirty="0" err="1"/>
              <a:t>fugiat</a:t>
            </a:r>
            <a:r>
              <a:rPr lang="en-US" dirty="0"/>
              <a:t> </a:t>
            </a:r>
            <a:r>
              <a:rPr lang="en-US" dirty="0" err="1"/>
              <a:t>nulla</a:t>
            </a:r>
            <a:r>
              <a:rPr lang="en-US" dirty="0"/>
              <a:t> </a:t>
            </a:r>
            <a:r>
              <a:rPr lang="en-US" dirty="0" err="1"/>
              <a:t>pariatur</a:t>
            </a:r>
            <a:r>
              <a:rPr lang="en-US" dirty="0"/>
              <a:t>. </a:t>
            </a:r>
            <a:r>
              <a:rPr lang="en-US" dirty="0" err="1"/>
              <a:t>Excepteur</a:t>
            </a:r>
            <a:r>
              <a:rPr lang="en-US" dirty="0"/>
              <a:t> </a:t>
            </a:r>
            <a:r>
              <a:rPr lang="en-US" dirty="0" err="1"/>
              <a:t>sint</a:t>
            </a:r>
            <a:r>
              <a:rPr lang="en-US" dirty="0"/>
              <a:t> </a:t>
            </a:r>
            <a:r>
              <a:rPr lang="en-US" dirty="0" err="1"/>
              <a:t>occaecat</a:t>
            </a:r>
            <a:r>
              <a:rPr lang="en-US" dirty="0"/>
              <a:t> </a:t>
            </a:r>
            <a:r>
              <a:rPr lang="en-US" dirty="0" err="1"/>
              <a:t>cupidatat</a:t>
            </a:r>
            <a:r>
              <a:rPr lang="en-US" dirty="0"/>
              <a:t> non </a:t>
            </a:r>
            <a:r>
              <a:rPr lang="en-US" dirty="0" err="1"/>
              <a:t>proident</a:t>
            </a:r>
            <a:r>
              <a:rPr lang="en-US" dirty="0"/>
              <a:t>, </a:t>
            </a:r>
            <a:r>
              <a:rPr lang="en-US" dirty="0" err="1"/>
              <a:t>sunt</a:t>
            </a:r>
            <a:r>
              <a:rPr lang="en-US" dirty="0"/>
              <a:t> in culpa qui.</a:t>
            </a:r>
          </a:p>
        </p:txBody>
      </p:sp>
      <p:sp>
        <p:nvSpPr>
          <p:cNvPr id="3" name="Picture Placeholder 2"/>
          <p:cNvSpPr>
            <a:spLocks noGrp="1"/>
          </p:cNvSpPr>
          <p:nvPr>
            <p:ph type="pic" sz="quarter" idx="15" hasCustomPrompt="1"/>
          </p:nvPr>
        </p:nvSpPr>
        <p:spPr>
          <a:xfrm>
            <a:off x="4629150" y="3004793"/>
            <a:ext cx="3886200" cy="1208829"/>
          </a:xfrm>
        </p:spPr>
        <p:txBody>
          <a:bodyPr>
            <a:normAutofit/>
          </a:bodyPr>
          <a:lstStyle>
            <a:lvl1pPr marL="0" indent="0">
              <a:buNone/>
              <a:defRPr sz="900" i="1" baseline="0"/>
            </a:lvl1pPr>
          </a:lstStyle>
          <a:p>
            <a:r>
              <a:rPr lang="en-US" dirty="0"/>
              <a:t>Insert Photo</a:t>
            </a:r>
          </a:p>
        </p:txBody>
      </p:sp>
      <p:sp>
        <p:nvSpPr>
          <p:cNvPr id="2" name="Slide Number Placeholder 1"/>
          <p:cNvSpPr>
            <a:spLocks noGrp="1"/>
          </p:cNvSpPr>
          <p:nvPr>
            <p:ph type="sldNum" sz="quarter" idx="16"/>
          </p:nvPr>
        </p:nvSpPr>
        <p:spPr/>
        <p:txBody>
          <a:bodyPr/>
          <a:lstStyle/>
          <a:p>
            <a:fld id="{3DD97BEB-BAEF-0344-9D5C-EC73E478698A}" type="slidenum">
              <a:rPr lang="en-US" smtClean="0"/>
              <a:pPr/>
              <a:t>‹#›</a:t>
            </a:fld>
            <a:endParaRPr lang="en-US" dirty="0"/>
          </a:p>
        </p:txBody>
      </p:sp>
      <p:sp>
        <p:nvSpPr>
          <p:cNvPr id="8" name="Text Placeholder 3"/>
          <p:cNvSpPr>
            <a:spLocks noGrp="1"/>
          </p:cNvSpPr>
          <p:nvPr>
            <p:ph type="body" sz="quarter" idx="17" hasCustomPrompt="1"/>
          </p:nvPr>
        </p:nvSpPr>
        <p:spPr>
          <a:xfrm>
            <a:off x="628650" y="829648"/>
            <a:ext cx="7886700" cy="267632"/>
          </a:xfrm>
        </p:spPr>
        <p:txBody>
          <a:bodyPr anchor="ctr">
            <a:noAutofit/>
          </a:bodyPr>
          <a:lstStyle>
            <a:lvl1pPr marL="0" indent="0">
              <a:buNone/>
              <a:defRPr sz="1800" b="1" i="0">
                <a:solidFill>
                  <a:schemeClr val="tx1">
                    <a:lumMod val="50000"/>
                    <a:lumOff val="50000"/>
                  </a:schemeClr>
                </a:solidFill>
              </a:defRPr>
            </a:lvl1pPr>
          </a:lstStyle>
          <a:p>
            <a:pPr lvl="0"/>
            <a:r>
              <a:rPr lang="en-US" dirty="0"/>
              <a:t>Subhead</a:t>
            </a:r>
          </a:p>
        </p:txBody>
      </p:sp>
    </p:spTree>
    <p:extLst>
      <p:ext uri="{BB962C8B-B14F-4D97-AF65-F5344CB8AC3E}">
        <p14:creationId xmlns:p14="http://schemas.microsoft.com/office/powerpoint/2010/main" val="6622244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ullets and Image">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628650" y="417136"/>
            <a:ext cx="7886700" cy="415002"/>
          </a:xfrm>
        </p:spPr>
        <p:txBody>
          <a:bodyPr anchor="ctr"/>
          <a:lstStyle>
            <a:lvl1pPr>
              <a:defRPr i="0"/>
            </a:lvl1pPr>
          </a:lstStyle>
          <a:p>
            <a:r>
              <a:rPr lang="en-US" dirty="0"/>
              <a:t>Topic</a:t>
            </a:r>
          </a:p>
        </p:txBody>
      </p:sp>
      <p:sp>
        <p:nvSpPr>
          <p:cNvPr id="13" name="Text Placeholder 13"/>
          <p:cNvSpPr>
            <a:spLocks noGrp="1"/>
          </p:cNvSpPr>
          <p:nvPr>
            <p:ph type="body" sz="quarter" idx="13"/>
          </p:nvPr>
        </p:nvSpPr>
        <p:spPr>
          <a:xfrm>
            <a:off x="628650" y="1369218"/>
            <a:ext cx="4970872" cy="216583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3"/>
          <p:cNvSpPr>
            <a:spLocks noGrp="1"/>
          </p:cNvSpPr>
          <p:nvPr>
            <p:ph type="body" sz="quarter" idx="14" hasCustomPrompt="1"/>
          </p:nvPr>
        </p:nvSpPr>
        <p:spPr>
          <a:xfrm>
            <a:off x="628650" y="3535051"/>
            <a:ext cx="4970872" cy="678571"/>
          </a:xfrm>
        </p:spPr>
        <p:txBody>
          <a:bodyPr>
            <a:normAutofit/>
          </a:bodyPr>
          <a:lstStyle>
            <a:lvl1pPr marL="0" indent="0">
              <a:buNone/>
              <a:defRPr sz="1500" b="1">
                <a:solidFill>
                  <a:srgbClr val="0066A1"/>
                </a:solidFill>
              </a:defRPr>
            </a:lvl1pPr>
            <a:lvl2pPr>
              <a:defRPr sz="1350"/>
            </a:lvl2pPr>
            <a:lvl3pPr>
              <a:defRPr sz="1350"/>
            </a:lvl3pPr>
            <a:lvl4pPr>
              <a:defRPr sz="1350"/>
            </a:lvl4pPr>
            <a:lvl5pPr>
              <a:defRPr sz="135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a:t>
            </a:r>
          </a:p>
        </p:txBody>
      </p:sp>
      <p:sp>
        <p:nvSpPr>
          <p:cNvPr id="3" name="Picture Placeholder 2"/>
          <p:cNvSpPr>
            <a:spLocks noGrp="1"/>
          </p:cNvSpPr>
          <p:nvPr>
            <p:ph type="pic" sz="quarter" idx="15" hasCustomPrompt="1"/>
          </p:nvPr>
        </p:nvSpPr>
        <p:spPr>
          <a:xfrm>
            <a:off x="5712643" y="1369219"/>
            <a:ext cx="2802707" cy="2844404"/>
          </a:xfrm>
        </p:spPr>
        <p:txBody>
          <a:bodyPr>
            <a:normAutofit/>
          </a:bodyPr>
          <a:lstStyle>
            <a:lvl1pPr marL="0" indent="0">
              <a:buNone/>
              <a:defRPr sz="900" i="1" baseline="0"/>
            </a:lvl1pPr>
          </a:lstStyle>
          <a:p>
            <a:r>
              <a:rPr lang="en-US" dirty="0"/>
              <a:t>Insert Photo</a:t>
            </a:r>
          </a:p>
        </p:txBody>
      </p:sp>
      <p:sp>
        <p:nvSpPr>
          <p:cNvPr id="2" name="Slide Number Placeholder 1"/>
          <p:cNvSpPr>
            <a:spLocks noGrp="1"/>
          </p:cNvSpPr>
          <p:nvPr>
            <p:ph type="sldNum" sz="quarter" idx="16"/>
          </p:nvPr>
        </p:nvSpPr>
        <p:spPr/>
        <p:txBody>
          <a:bodyPr/>
          <a:lstStyle/>
          <a:p>
            <a:fld id="{3DD97BEB-BAEF-0344-9D5C-EC73E478698A}" type="slidenum">
              <a:rPr lang="en-US" smtClean="0"/>
              <a:pPr/>
              <a:t>‹#›</a:t>
            </a:fld>
            <a:endParaRPr lang="en-US" dirty="0"/>
          </a:p>
        </p:txBody>
      </p:sp>
      <p:sp>
        <p:nvSpPr>
          <p:cNvPr id="8" name="Text Placeholder 3"/>
          <p:cNvSpPr>
            <a:spLocks noGrp="1"/>
          </p:cNvSpPr>
          <p:nvPr>
            <p:ph type="body" sz="quarter" idx="17" hasCustomPrompt="1"/>
          </p:nvPr>
        </p:nvSpPr>
        <p:spPr>
          <a:xfrm>
            <a:off x="628650" y="829648"/>
            <a:ext cx="7886700" cy="267632"/>
          </a:xfrm>
        </p:spPr>
        <p:txBody>
          <a:bodyPr anchor="ctr">
            <a:noAutofit/>
          </a:bodyPr>
          <a:lstStyle>
            <a:lvl1pPr marL="0" indent="0">
              <a:buNone/>
              <a:defRPr sz="1800" b="1" i="0">
                <a:solidFill>
                  <a:schemeClr val="tx1">
                    <a:lumMod val="50000"/>
                    <a:lumOff val="50000"/>
                  </a:schemeClr>
                </a:solidFill>
              </a:defRPr>
            </a:lvl1pPr>
          </a:lstStyle>
          <a:p>
            <a:pPr lvl="0"/>
            <a:r>
              <a:rPr lang="en-US" dirty="0"/>
              <a:t>Subhead</a:t>
            </a:r>
          </a:p>
        </p:txBody>
      </p:sp>
    </p:spTree>
    <p:extLst>
      <p:ext uri="{BB962C8B-B14F-4D97-AF65-F5344CB8AC3E}">
        <p14:creationId xmlns:p14="http://schemas.microsoft.com/office/powerpoint/2010/main" val="18101107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706FA59-C9FE-7246-B195-1089EE26C4B7}"/>
              </a:ext>
            </a:extLst>
          </p:cNvPr>
          <p:cNvSpPr>
            <a:spLocks noGrp="1"/>
          </p:cNvSpPr>
          <p:nvPr>
            <p:ph type="sldNum" sz="quarter" idx="10"/>
          </p:nvPr>
        </p:nvSpPr>
        <p:spPr/>
        <p:txBody>
          <a:bodyPr/>
          <a:lstStyle/>
          <a:p>
            <a:fld id="{3DD97BEB-BAEF-0344-9D5C-EC73E478698A}" type="slidenum">
              <a:rPr lang="en-US" smtClean="0"/>
              <a:pPr/>
              <a:t>‹#›</a:t>
            </a:fld>
            <a:endParaRPr lang="en-US" dirty="0"/>
          </a:p>
        </p:txBody>
      </p:sp>
      <p:sp>
        <p:nvSpPr>
          <p:cNvPr id="9" name="Text Placeholder 8">
            <a:extLst>
              <a:ext uri="{FF2B5EF4-FFF2-40B4-BE49-F238E27FC236}">
                <a16:creationId xmlns:a16="http://schemas.microsoft.com/office/drawing/2014/main" id="{87D407BE-3B85-3345-ACAB-E49B9C11E15D}"/>
              </a:ext>
            </a:extLst>
          </p:cNvPr>
          <p:cNvSpPr>
            <a:spLocks noGrp="1"/>
          </p:cNvSpPr>
          <p:nvPr>
            <p:ph type="body" sz="quarter" idx="11" hasCustomPrompt="1"/>
          </p:nvPr>
        </p:nvSpPr>
        <p:spPr>
          <a:xfrm>
            <a:off x="579515" y="1657818"/>
            <a:ext cx="7605478" cy="913932"/>
          </a:xfrm>
          <a:prstGeom prst="rect">
            <a:avLst/>
          </a:prstGeom>
        </p:spPr>
        <p:txBody>
          <a:bodyPr/>
          <a:lstStyle>
            <a:lvl1pPr marL="0" indent="0">
              <a:buNone/>
              <a:defRPr sz="2400" b="1" i="0">
                <a:solidFill>
                  <a:srgbClr val="0066A1"/>
                </a:solidFill>
                <a:latin typeface="Helvetica Neue" panose="02000503000000020004" pitchFamily="2" charset="0"/>
                <a:ea typeface="Helvetica Neue" panose="02000503000000020004" pitchFamily="2" charset="0"/>
                <a:cs typeface="Helvetica Neue" panose="02000503000000020004" pitchFamily="2" charset="0"/>
              </a:defRPr>
            </a:lvl1pPr>
          </a:lstStyle>
          <a:p>
            <a:pPr lvl="0"/>
            <a:r>
              <a:rPr lang="en-US" dirty="0"/>
              <a:t>Presentation Title</a:t>
            </a:r>
          </a:p>
        </p:txBody>
      </p:sp>
      <p:sp>
        <p:nvSpPr>
          <p:cNvPr id="11" name="Text Placeholder 8">
            <a:extLst>
              <a:ext uri="{FF2B5EF4-FFF2-40B4-BE49-F238E27FC236}">
                <a16:creationId xmlns:a16="http://schemas.microsoft.com/office/drawing/2014/main" id="{675CCED1-7807-3447-889F-F4C0BD7C2592}"/>
              </a:ext>
            </a:extLst>
          </p:cNvPr>
          <p:cNvSpPr>
            <a:spLocks noGrp="1"/>
          </p:cNvSpPr>
          <p:nvPr>
            <p:ph type="body" sz="quarter" idx="12" hasCustomPrompt="1"/>
          </p:nvPr>
        </p:nvSpPr>
        <p:spPr>
          <a:xfrm>
            <a:off x="579515" y="2777234"/>
            <a:ext cx="7605479" cy="389712"/>
          </a:xfrm>
          <a:prstGeom prst="rect">
            <a:avLst/>
          </a:prstGeom>
        </p:spPr>
        <p:txBody>
          <a:bodyPr/>
          <a:lstStyle>
            <a:lvl1pPr marL="0" indent="0">
              <a:buNone/>
              <a:defRPr sz="2000" b="0" i="0" u="none">
                <a:solidFill>
                  <a:schemeClr val="bg2">
                    <a:lumMod val="25000"/>
                  </a:schemeClr>
                </a:solidFill>
                <a:latin typeface="Helvetica Neue" panose="02000503000000020004" pitchFamily="2" charset="0"/>
                <a:ea typeface="Helvetica Neue" panose="02000503000000020004" pitchFamily="2" charset="0"/>
                <a:cs typeface="Helvetica Neue" panose="02000503000000020004" pitchFamily="2" charset="0"/>
              </a:defRPr>
            </a:lvl1pPr>
          </a:lstStyle>
          <a:p>
            <a:pPr lvl="0"/>
            <a:r>
              <a:rPr lang="en-US" dirty="0"/>
              <a:t>Author 1, Author 2, Author 3 (Presenter)</a:t>
            </a:r>
          </a:p>
        </p:txBody>
      </p:sp>
      <p:sp>
        <p:nvSpPr>
          <p:cNvPr id="13" name="Text Placeholder 8">
            <a:extLst>
              <a:ext uri="{FF2B5EF4-FFF2-40B4-BE49-F238E27FC236}">
                <a16:creationId xmlns:a16="http://schemas.microsoft.com/office/drawing/2014/main" id="{32A07DAD-37E0-5144-95DC-CEF197CE4437}"/>
              </a:ext>
            </a:extLst>
          </p:cNvPr>
          <p:cNvSpPr>
            <a:spLocks noGrp="1"/>
          </p:cNvSpPr>
          <p:nvPr>
            <p:ph type="body" sz="quarter" idx="13" hasCustomPrompt="1"/>
          </p:nvPr>
        </p:nvSpPr>
        <p:spPr>
          <a:xfrm>
            <a:off x="579515" y="3192647"/>
            <a:ext cx="7605479" cy="389712"/>
          </a:xfrm>
          <a:prstGeom prst="rect">
            <a:avLst/>
          </a:prstGeom>
        </p:spPr>
        <p:txBody>
          <a:bodyPr/>
          <a:lstStyle>
            <a:lvl1pPr marL="0" indent="0">
              <a:buNone/>
              <a:defRPr sz="1600" b="0" i="0" u="none">
                <a:solidFill>
                  <a:schemeClr val="bg2">
                    <a:lumMod val="25000"/>
                  </a:schemeClr>
                </a:solidFill>
                <a:latin typeface="Helvetica Neue" panose="02000503000000020004" pitchFamily="2" charset="0"/>
                <a:ea typeface="Helvetica Neue" panose="02000503000000020004" pitchFamily="2" charset="0"/>
                <a:cs typeface="Helvetica Neue" panose="02000503000000020004" pitchFamily="2" charset="0"/>
              </a:defRPr>
            </a:lvl1pPr>
          </a:lstStyle>
          <a:p>
            <a:pPr lvl="0"/>
            <a:r>
              <a:rPr lang="en-US" dirty="0"/>
              <a:t>Topic Session: Title </a:t>
            </a:r>
          </a:p>
        </p:txBody>
      </p:sp>
      <p:sp>
        <p:nvSpPr>
          <p:cNvPr id="14" name="Text Placeholder 8">
            <a:extLst>
              <a:ext uri="{FF2B5EF4-FFF2-40B4-BE49-F238E27FC236}">
                <a16:creationId xmlns:a16="http://schemas.microsoft.com/office/drawing/2014/main" id="{FB992F1A-8B09-994C-9332-34E6628147BB}"/>
              </a:ext>
            </a:extLst>
          </p:cNvPr>
          <p:cNvSpPr>
            <a:spLocks noGrp="1"/>
          </p:cNvSpPr>
          <p:nvPr>
            <p:ph type="body" sz="quarter" idx="14" hasCustomPrompt="1"/>
          </p:nvPr>
        </p:nvSpPr>
        <p:spPr>
          <a:xfrm>
            <a:off x="579515" y="3956533"/>
            <a:ext cx="7605479" cy="389712"/>
          </a:xfrm>
          <a:prstGeom prst="rect">
            <a:avLst/>
          </a:prstGeom>
        </p:spPr>
        <p:txBody>
          <a:bodyPr/>
          <a:lstStyle>
            <a:lvl1pPr marL="0" indent="0">
              <a:buNone/>
              <a:defRPr sz="1600" b="0" i="0" u="none">
                <a:solidFill>
                  <a:schemeClr val="bg2">
                    <a:lumMod val="25000"/>
                  </a:schemeClr>
                </a:solidFill>
                <a:latin typeface="Helvetica Neue Thin" panose="020B0403020202020204" pitchFamily="34" charset="0"/>
                <a:ea typeface="Helvetica Neue Thin" panose="020B0403020202020204" pitchFamily="34" charset="0"/>
                <a:cs typeface="Helvetica Neue" panose="02000503000000020004" pitchFamily="2" charset="0"/>
              </a:defRPr>
            </a:lvl1pPr>
          </a:lstStyle>
          <a:p>
            <a:pPr lvl="0"/>
            <a:r>
              <a:rPr lang="en-US" dirty="0"/>
              <a:t>Date</a:t>
            </a:r>
          </a:p>
        </p:txBody>
      </p:sp>
      <p:cxnSp>
        <p:nvCxnSpPr>
          <p:cNvPr id="16" name="Straight Connector 15">
            <a:extLst>
              <a:ext uri="{FF2B5EF4-FFF2-40B4-BE49-F238E27FC236}">
                <a16:creationId xmlns:a16="http://schemas.microsoft.com/office/drawing/2014/main" id="{8DF7F109-4927-264C-8EDB-46C962B59CB8}"/>
              </a:ext>
            </a:extLst>
          </p:cNvPr>
          <p:cNvCxnSpPr>
            <a:cxnSpLocks/>
          </p:cNvCxnSpPr>
          <p:nvPr userDrawn="1"/>
        </p:nvCxnSpPr>
        <p:spPr>
          <a:xfrm>
            <a:off x="579515" y="2601952"/>
            <a:ext cx="7605479" cy="0"/>
          </a:xfrm>
          <a:prstGeom prst="line">
            <a:avLst/>
          </a:prstGeom>
          <a:ln w="28575">
            <a:solidFill>
              <a:srgbClr val="0066A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632061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417136"/>
            <a:ext cx="7886700" cy="415002"/>
          </a:xfrm>
          <a:prstGeom prst="rect">
            <a:avLst/>
          </a:prstGeom>
        </p:spPr>
        <p:txBody>
          <a:bodyPr vert="horz" lIns="91440" tIns="45720" rIns="91440" bIns="45720" rtlCol="0" anchor="ctr">
            <a:noAutofit/>
          </a:bodyPr>
          <a:lstStyle/>
          <a:p>
            <a:r>
              <a:rPr lang="en-US" dirty="0"/>
              <a:t>Topic</a:t>
            </a:r>
          </a:p>
        </p:txBody>
      </p:sp>
      <p:sp>
        <p:nvSpPr>
          <p:cNvPr id="3" name="Text Placeholder 2"/>
          <p:cNvSpPr>
            <a:spLocks noGrp="1"/>
          </p:cNvSpPr>
          <p:nvPr>
            <p:ph type="body" idx="1"/>
          </p:nvPr>
        </p:nvSpPr>
        <p:spPr>
          <a:xfrm>
            <a:off x="628650" y="1071619"/>
            <a:ext cx="7886700" cy="326350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6" name="Slide Number Placeholder 25"/>
          <p:cNvSpPr>
            <a:spLocks noGrp="1"/>
          </p:cNvSpPr>
          <p:nvPr>
            <p:ph type="sldNum" sz="quarter" idx="4"/>
          </p:nvPr>
        </p:nvSpPr>
        <p:spPr>
          <a:xfrm>
            <a:off x="8657341" y="4966009"/>
            <a:ext cx="486659" cy="177491"/>
          </a:xfrm>
          <a:prstGeom prst="rect">
            <a:avLst/>
          </a:prstGeom>
          <a:solidFill>
            <a:schemeClr val="tx1">
              <a:lumMod val="50000"/>
              <a:lumOff val="50000"/>
            </a:schemeClr>
          </a:solidFill>
          <a:ln>
            <a:noFill/>
          </a:ln>
        </p:spPr>
        <p:txBody>
          <a:bodyPr vert="horz" lIns="91440" tIns="45720" rIns="91440" bIns="45720" rtlCol="0" anchor="ctr"/>
          <a:lstStyle>
            <a:lvl1pPr algn="ctr">
              <a:defRPr sz="900" b="1" i="0">
                <a:solidFill>
                  <a:schemeClr val="bg1"/>
                </a:solidFill>
                <a:latin typeface="Helvetica Neue Condensed" panose="02000503000000020004" pitchFamily="2" charset="0"/>
                <a:ea typeface="Helvetica Neue Condensed" panose="02000503000000020004" pitchFamily="2" charset="0"/>
                <a:cs typeface="Helvetica Neue Condensed" panose="02000503000000020004" pitchFamily="2" charset="0"/>
              </a:defRPr>
            </a:lvl1pPr>
          </a:lstStyle>
          <a:p>
            <a:fld id="{3DD97BEB-BAEF-0344-9D5C-EC73E478698A}" type="slidenum">
              <a:rPr lang="en-US" smtClean="0"/>
              <a:pPr/>
              <a:t>‹#›</a:t>
            </a:fld>
            <a:endParaRPr lang="en-US" dirty="0"/>
          </a:p>
        </p:txBody>
      </p:sp>
      <p:sp>
        <p:nvSpPr>
          <p:cNvPr id="5" name="Rectangle 4">
            <a:extLst>
              <a:ext uri="{FF2B5EF4-FFF2-40B4-BE49-F238E27FC236}">
                <a16:creationId xmlns:a16="http://schemas.microsoft.com/office/drawing/2014/main" id="{22075692-E67A-2542-BFC5-6B0C5B4A158A}"/>
              </a:ext>
            </a:extLst>
          </p:cNvPr>
          <p:cNvSpPr/>
          <p:nvPr userDrawn="1"/>
        </p:nvSpPr>
        <p:spPr>
          <a:xfrm>
            <a:off x="0" y="4966010"/>
            <a:ext cx="8657341" cy="177490"/>
          </a:xfrm>
          <a:prstGeom prst="rect">
            <a:avLst/>
          </a:prstGeom>
          <a:solidFill>
            <a:srgbClr val="0066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1" i="0" u="none" strike="noStrike" dirty="0">
                <a:solidFill>
                  <a:schemeClr val="bg1"/>
                </a:solidFill>
                <a:effectLst/>
                <a:latin typeface="Helvetica Neue Condensed" panose="02000503000000020004" pitchFamily="2" charset="0"/>
                <a:ea typeface="Helvetica Neue Condensed" panose="02000503000000020004" pitchFamily="2" charset="0"/>
                <a:cs typeface="Helvetica Neue Condensed" panose="02000503000000020004" pitchFamily="2" charset="0"/>
              </a:rPr>
              <a:t>3</a:t>
            </a:r>
            <a:r>
              <a:rPr lang="en-US" sz="900" b="1" i="0" u="none" strike="noStrike" baseline="30000" dirty="0">
                <a:solidFill>
                  <a:schemeClr val="bg1"/>
                </a:solidFill>
                <a:effectLst/>
                <a:latin typeface="Helvetica Neue Condensed" panose="02000503000000020004" pitchFamily="2" charset="0"/>
                <a:ea typeface="Helvetica Neue Condensed" panose="02000503000000020004" pitchFamily="2" charset="0"/>
                <a:cs typeface="Helvetica Neue Condensed" panose="02000503000000020004" pitchFamily="2" charset="0"/>
              </a:rPr>
              <a:t>rd</a:t>
            </a:r>
            <a:r>
              <a:rPr lang="en-US" sz="900" b="1" i="0" u="none" strike="noStrike" dirty="0">
                <a:solidFill>
                  <a:schemeClr val="bg1"/>
                </a:solidFill>
                <a:effectLst/>
                <a:latin typeface="Helvetica Neue Condensed" panose="02000503000000020004" pitchFamily="2" charset="0"/>
                <a:ea typeface="Helvetica Neue Condensed" panose="02000503000000020004" pitchFamily="2" charset="0"/>
                <a:cs typeface="Helvetica Neue Condensed" panose="02000503000000020004" pitchFamily="2" charset="0"/>
              </a:rPr>
              <a:t> International Conference Drishti  |  2025</a:t>
            </a:r>
            <a:r>
              <a:rPr lang="en-US" sz="900" dirty="0">
                <a:solidFill>
                  <a:schemeClr val="bg1"/>
                </a:solidFill>
              </a:rPr>
              <a:t> </a:t>
            </a:r>
          </a:p>
        </p:txBody>
      </p:sp>
    </p:spTree>
    <p:extLst>
      <p:ext uri="{BB962C8B-B14F-4D97-AF65-F5344CB8AC3E}">
        <p14:creationId xmlns:p14="http://schemas.microsoft.com/office/powerpoint/2010/main" val="151095810"/>
      </p:ext>
    </p:extLst>
  </p:cSld>
  <p:clrMap bg1="lt1" tx1="dk1" bg2="lt2" tx2="dk2" accent1="accent1" accent2="accent2" accent3="accent3" accent4="accent4" accent5="accent5" accent6="accent6" hlink="hlink" folHlink="folHlink"/>
  <p:sldLayoutIdLst>
    <p:sldLayoutId id="2147483661" r:id="rId1"/>
    <p:sldLayoutId id="2147483683" r:id="rId2"/>
    <p:sldLayoutId id="2147483663" r:id="rId3"/>
    <p:sldLayoutId id="2147483662" r:id="rId4"/>
    <p:sldLayoutId id="2147483675" r:id="rId5"/>
    <p:sldLayoutId id="2147483674" r:id="rId6"/>
    <p:sldLayoutId id="2147483665" r:id="rId7"/>
    <p:sldLayoutId id="2147483676" r:id="rId8"/>
    <p:sldLayoutId id="2147483677" r:id="rId9"/>
    <p:sldLayoutId id="2147483678" r:id="rId10"/>
    <p:sldLayoutId id="2147483679" r:id="rId11"/>
    <p:sldLayoutId id="2147483667" r:id="rId12"/>
    <p:sldLayoutId id="2147483680" r:id="rId13"/>
    <p:sldLayoutId id="2147483682" r:id="rId14"/>
    <p:sldLayoutId id="2147483681" r:id="rId15"/>
  </p:sldLayoutIdLst>
  <p:hf hdr="0" ftr="0" dt="0"/>
  <p:txStyles>
    <p:titleStyle>
      <a:lvl1pPr algn="l" defTabSz="685800" rtl="0" eaLnBrk="1" latinLnBrk="0" hangingPunct="1">
        <a:lnSpc>
          <a:spcPct val="90000"/>
        </a:lnSpc>
        <a:spcBef>
          <a:spcPct val="0"/>
        </a:spcBef>
        <a:buNone/>
        <a:defRPr sz="2550" b="1" i="0" kern="1200">
          <a:solidFill>
            <a:srgbClr val="0066A1"/>
          </a:solidFill>
          <a:latin typeface="Helvetica Neue Condensed" panose="02000503000000020004" pitchFamily="2" charset="0"/>
          <a:ea typeface="Helvetica Neue Condensed" panose="02000503000000020004" pitchFamily="2" charset="0"/>
          <a:cs typeface="Helvetica Neue Condensed" panose="02000503000000020004" pitchFamily="2" charset="0"/>
        </a:defRPr>
      </a:lvl1pPr>
    </p:titleStyle>
    <p:bodyStyle>
      <a:lvl1pPr marL="171450" indent="-171450" algn="l" defTabSz="685800" rtl="0" eaLnBrk="1" latinLnBrk="0" hangingPunct="1">
        <a:lnSpc>
          <a:spcPct val="90000"/>
        </a:lnSpc>
        <a:spcBef>
          <a:spcPts val="750"/>
        </a:spcBef>
        <a:buClr>
          <a:srgbClr val="0066A1"/>
        </a:buClr>
        <a:buFont typeface="LucidaGrande" charset="0"/>
        <a:buChar char="▸"/>
        <a:defRPr sz="165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1pPr>
      <a:lvl2pPr marL="514350" indent="-171450" algn="l" defTabSz="685800" rtl="0" eaLnBrk="1" latinLnBrk="0" hangingPunct="1">
        <a:lnSpc>
          <a:spcPct val="90000"/>
        </a:lnSpc>
        <a:spcBef>
          <a:spcPts val="375"/>
        </a:spcBef>
        <a:buClr>
          <a:srgbClr val="0066A1"/>
        </a:buClr>
        <a:buFont typeface="LucidaGrande" charset="0"/>
        <a:buChar char="-"/>
        <a:defRPr sz="135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2pPr>
      <a:lvl3pPr marL="857250" indent="-171450" algn="l" defTabSz="685800" rtl="0" eaLnBrk="1" latinLnBrk="0" hangingPunct="1">
        <a:lnSpc>
          <a:spcPct val="90000"/>
        </a:lnSpc>
        <a:spcBef>
          <a:spcPts val="375"/>
        </a:spcBef>
        <a:buClr>
          <a:srgbClr val="0066A1"/>
        </a:buClr>
        <a:buFont typeface="Arial" panose="020B0604020202020204" pitchFamily="34" charset="0"/>
        <a:buChar char="•"/>
        <a:defRPr sz="135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3pPr>
      <a:lvl4pPr marL="1200150" indent="-171450" algn="l" defTabSz="685800" rtl="0" eaLnBrk="1" latinLnBrk="0" hangingPunct="1">
        <a:lnSpc>
          <a:spcPct val="90000"/>
        </a:lnSpc>
        <a:spcBef>
          <a:spcPts val="375"/>
        </a:spcBef>
        <a:buClr>
          <a:srgbClr val="0066A1"/>
        </a:buClr>
        <a:buFont typeface="Wingdings" charset="2"/>
        <a:buChar char="§"/>
        <a:defRPr sz="135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4pPr>
      <a:lvl5pPr marL="1543050" indent="-171450" algn="l" defTabSz="685800" rtl="0" eaLnBrk="1" latinLnBrk="0" hangingPunct="1">
        <a:lnSpc>
          <a:spcPct val="90000"/>
        </a:lnSpc>
        <a:spcBef>
          <a:spcPts val="375"/>
        </a:spcBef>
        <a:buClr>
          <a:srgbClr val="0066A1"/>
        </a:buClr>
        <a:buFont typeface="Courier New" charset="0"/>
        <a:buChar char="o"/>
        <a:defRPr sz="135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1" name="Slide Number Placeholder 4">
            <a:extLst>
              <a:ext uri="{FF2B5EF4-FFF2-40B4-BE49-F238E27FC236}">
                <a16:creationId xmlns:a16="http://schemas.microsoft.com/office/drawing/2014/main" id="{3F5B8971-CF55-4243-A049-D958CDBC59CC}"/>
              </a:ext>
            </a:extLst>
          </p:cNvPr>
          <p:cNvSpPr>
            <a:spLocks noGrp="1"/>
          </p:cNvSpPr>
          <p:nvPr>
            <p:ph type="sldNum" sz="quarter" idx="4"/>
          </p:nvPr>
        </p:nvSpPr>
        <p:spPr>
          <a:xfrm>
            <a:off x="8657341" y="4966009"/>
            <a:ext cx="486659" cy="177491"/>
          </a:xfrm>
          <a:prstGeom prst="rect">
            <a:avLst/>
          </a:prstGeom>
        </p:spPr>
        <p:txBody>
          <a:bodyPr/>
          <a:lstStyle/>
          <a:p>
            <a:fld id="{3DD97BEB-BAEF-0344-9D5C-EC73E478698A}" type="slidenum">
              <a:rPr lang="en-US" smtClean="0"/>
              <a:pPr/>
              <a:t>‹#›</a:t>
            </a:fld>
            <a:endParaRPr lang="en-US" dirty="0"/>
          </a:p>
        </p:txBody>
      </p:sp>
      <p:sp>
        <p:nvSpPr>
          <p:cNvPr id="3" name="Rectangle 2">
            <a:extLst>
              <a:ext uri="{FF2B5EF4-FFF2-40B4-BE49-F238E27FC236}">
                <a16:creationId xmlns:a16="http://schemas.microsoft.com/office/drawing/2014/main" id="{E81A0034-4E99-4425-9DB8-0E0075116E25}"/>
              </a:ext>
            </a:extLst>
          </p:cNvPr>
          <p:cNvSpPr/>
          <p:nvPr userDrawn="1"/>
        </p:nvSpPr>
        <p:spPr>
          <a:xfrm>
            <a:off x="943301" y="-2520"/>
            <a:ext cx="7113117" cy="1200329"/>
          </a:xfrm>
          <a:prstGeom prst="rect">
            <a:avLst/>
          </a:prstGeom>
        </p:spPr>
        <p:txBody>
          <a:bodyPr wrap="square">
            <a:spAutoFit/>
          </a:bodyPr>
          <a:lstStyle/>
          <a:p>
            <a:pPr algn="l"/>
            <a:r>
              <a:rPr lang="en-US" b="1" i="0" u="none" strike="noStrike" dirty="0">
                <a:solidFill>
                  <a:srgbClr val="2006FF"/>
                </a:solidFill>
                <a:effectLst/>
                <a:latin typeface="Helvetica Neue Condensed" panose="02000503000000020004" pitchFamily="2" charset="0"/>
                <a:ea typeface="Helvetica Neue Condensed" panose="02000503000000020004" pitchFamily="2" charset="0"/>
                <a:cs typeface="Helvetica Neue Condensed" panose="02000503000000020004" pitchFamily="2" charset="0"/>
              </a:rPr>
              <a:t>3rd International Conference DRISHTI 2025</a:t>
            </a:r>
          </a:p>
          <a:p>
            <a:pPr algn="l"/>
            <a:r>
              <a:rPr lang="en-US" sz="1800" b="0" i="1" u="none" strike="noStrike" dirty="0">
                <a:solidFill>
                  <a:schemeClr val="tx1"/>
                </a:solidFill>
                <a:effectLst/>
                <a:latin typeface="Helvetica Neue Light" panose="02000403000000020004" pitchFamily="2" charset="0"/>
                <a:ea typeface="Helvetica Neue Light" panose="02000403000000020004" pitchFamily="2" charset="0"/>
                <a:cs typeface="Helvetica Neue Medium" panose="02000503000000020004" pitchFamily="2" charset="0"/>
              </a:rPr>
              <a:t>A New Era in Management and Technology</a:t>
            </a:r>
          </a:p>
          <a:p>
            <a:pPr algn="l"/>
            <a:r>
              <a:rPr lang="en-US" sz="1800" b="1" i="0" u="none" strike="noStrike" dirty="0">
                <a:solidFill>
                  <a:srgbClr val="C00000"/>
                </a:solidFill>
                <a:effectLst/>
                <a:latin typeface="Helvetica Neue Light" panose="02000403000000020004" pitchFamily="2" charset="0"/>
                <a:ea typeface="Helvetica Neue Light" panose="02000403000000020004" pitchFamily="2" charset="0"/>
                <a:cs typeface="Helvetica Neue Medium" panose="02000503000000020004" pitchFamily="2" charset="0"/>
              </a:rPr>
              <a:t>Vivekananda College of Engineering and Technology, </a:t>
            </a:r>
            <a:r>
              <a:rPr lang="en-US" sz="1800" b="1" i="0" u="none" strike="noStrike" dirty="0" err="1">
                <a:solidFill>
                  <a:srgbClr val="C00000"/>
                </a:solidFill>
                <a:effectLst/>
                <a:latin typeface="Helvetica Neue Light" panose="02000403000000020004" pitchFamily="2" charset="0"/>
                <a:ea typeface="Helvetica Neue Light" panose="02000403000000020004" pitchFamily="2" charset="0"/>
                <a:cs typeface="Helvetica Neue Medium" panose="02000503000000020004" pitchFamily="2" charset="0"/>
              </a:rPr>
              <a:t>Puttur</a:t>
            </a:r>
            <a:r>
              <a:rPr lang="en-US" sz="1800" b="1" i="0" u="none" strike="noStrike" dirty="0">
                <a:solidFill>
                  <a:srgbClr val="C00000"/>
                </a:solidFill>
                <a:effectLst/>
                <a:latin typeface="Helvetica Neue Light" panose="02000403000000020004" pitchFamily="2" charset="0"/>
                <a:ea typeface="Helvetica Neue Light" panose="02000403000000020004" pitchFamily="2" charset="0"/>
                <a:cs typeface="Helvetica Neue Medium" panose="02000503000000020004" pitchFamily="2" charset="0"/>
              </a:rPr>
              <a:t> | August 9, 2025</a:t>
            </a:r>
          </a:p>
        </p:txBody>
      </p:sp>
      <p:pic>
        <p:nvPicPr>
          <p:cNvPr id="4" name="Picture 3">
            <a:extLst>
              <a:ext uri="{FF2B5EF4-FFF2-40B4-BE49-F238E27FC236}">
                <a16:creationId xmlns:a16="http://schemas.microsoft.com/office/drawing/2014/main" id="{52CD4029-F27C-23CF-64B6-466096E17E5B}"/>
              </a:ext>
            </a:extLst>
          </p:cNvPr>
          <p:cNvPicPr>
            <a:picLocks noChangeAspect="1"/>
          </p:cNvPicPr>
          <p:nvPr userDrawn="1"/>
        </p:nvPicPr>
        <p:blipFill>
          <a:blip r:embed="rId3"/>
          <a:stretch>
            <a:fillRect/>
          </a:stretch>
        </p:blipFill>
        <p:spPr>
          <a:xfrm>
            <a:off x="73269" y="148812"/>
            <a:ext cx="919469" cy="559111"/>
          </a:xfrm>
          <a:prstGeom prst="rect">
            <a:avLst/>
          </a:prstGeom>
        </p:spPr>
      </p:pic>
    </p:spTree>
    <p:extLst>
      <p:ext uri="{BB962C8B-B14F-4D97-AF65-F5344CB8AC3E}">
        <p14:creationId xmlns:p14="http://schemas.microsoft.com/office/powerpoint/2010/main" val="4204391046"/>
      </p:ext>
    </p:extLst>
  </p:cSld>
  <p:clrMap bg1="lt1" tx1="dk1" bg2="lt2" tx2="dk2" accent1="accent1" accent2="accent2" accent3="accent3" accent4="accent4" accent5="accent5" accent6="accent6" hlink="hlink" folHlink="folHlink"/>
  <p:sldLayoutIdLst>
    <p:sldLayoutId id="2147483648"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17016DC-642A-DE40-9E8A-9EAD476B895C}"/>
              </a:ext>
            </a:extLst>
          </p:cNvPr>
          <p:cNvSpPr>
            <a:spLocks noGrp="1"/>
          </p:cNvSpPr>
          <p:nvPr>
            <p:ph type="body" sz="quarter" idx="11"/>
          </p:nvPr>
        </p:nvSpPr>
        <p:spPr/>
        <p:txBody>
          <a:bodyPr/>
          <a:lstStyle/>
          <a:p>
            <a:r>
              <a:rPr lang="en-US" dirty="0"/>
              <a:t>Web-based Automatic Timetable Scheduler for Colleges</a:t>
            </a:r>
          </a:p>
        </p:txBody>
      </p:sp>
      <p:sp>
        <p:nvSpPr>
          <p:cNvPr id="5" name="Text Placeholder 4">
            <a:extLst>
              <a:ext uri="{FF2B5EF4-FFF2-40B4-BE49-F238E27FC236}">
                <a16:creationId xmlns:a16="http://schemas.microsoft.com/office/drawing/2014/main" id="{61EB413A-2778-CA4F-959E-FDC524E80850}"/>
              </a:ext>
            </a:extLst>
          </p:cNvPr>
          <p:cNvSpPr>
            <a:spLocks noGrp="1"/>
          </p:cNvSpPr>
          <p:nvPr>
            <p:ph type="body" sz="quarter" idx="12"/>
          </p:nvPr>
        </p:nvSpPr>
        <p:spPr>
          <a:xfrm>
            <a:off x="579515" y="2713928"/>
            <a:ext cx="7157716" cy="859265"/>
          </a:xfrm>
        </p:spPr>
        <p:txBody>
          <a:bodyPr/>
          <a:lstStyle/>
          <a:p>
            <a:r>
              <a:rPr lang="en-US" dirty="0" err="1"/>
              <a:t>Mr.Gaurav</a:t>
            </a:r>
            <a:r>
              <a:rPr lang="en-US" dirty="0"/>
              <a:t> G Alva , </a:t>
            </a:r>
            <a:r>
              <a:rPr lang="en-US" u="sng" dirty="0" err="1"/>
              <a:t>Ms.Prapthi</a:t>
            </a:r>
            <a:r>
              <a:rPr lang="en-US" u="sng" dirty="0"/>
              <a:t> J P</a:t>
            </a:r>
            <a:r>
              <a:rPr lang="en-US" dirty="0"/>
              <a:t>, Ms. Supreetha N S, </a:t>
            </a:r>
            <a:r>
              <a:rPr lang="en-US" dirty="0" err="1"/>
              <a:t>Mr.Harshit</a:t>
            </a:r>
            <a:r>
              <a:rPr lang="en-US" dirty="0"/>
              <a:t> M Naik, </a:t>
            </a:r>
            <a:r>
              <a:rPr lang="en-US" dirty="0" err="1"/>
              <a:t>Mr.Chaithanya</a:t>
            </a:r>
            <a:r>
              <a:rPr lang="en-US" dirty="0"/>
              <a:t> D</a:t>
            </a:r>
          </a:p>
        </p:txBody>
      </p:sp>
      <p:sp>
        <p:nvSpPr>
          <p:cNvPr id="6" name="Text Placeholder 5">
            <a:extLst>
              <a:ext uri="{FF2B5EF4-FFF2-40B4-BE49-F238E27FC236}">
                <a16:creationId xmlns:a16="http://schemas.microsoft.com/office/drawing/2014/main" id="{0353E3C3-5062-7049-948B-6992B18D8B51}"/>
              </a:ext>
            </a:extLst>
          </p:cNvPr>
          <p:cNvSpPr>
            <a:spLocks noGrp="1"/>
          </p:cNvSpPr>
          <p:nvPr>
            <p:ph type="body" sz="quarter" idx="13"/>
          </p:nvPr>
        </p:nvSpPr>
        <p:spPr>
          <a:xfrm>
            <a:off x="579513" y="3654789"/>
            <a:ext cx="7605479" cy="389712"/>
          </a:xfrm>
        </p:spPr>
        <p:txBody>
          <a:bodyPr/>
          <a:lstStyle/>
          <a:p>
            <a:endParaRPr lang="en-US" dirty="0"/>
          </a:p>
        </p:txBody>
      </p:sp>
    </p:spTree>
    <p:extLst>
      <p:ext uri="{BB962C8B-B14F-4D97-AF65-F5344CB8AC3E}">
        <p14:creationId xmlns:p14="http://schemas.microsoft.com/office/powerpoint/2010/main" val="17570865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E29135-AFE0-4CB9-B724-DFBC6A2FE906}"/>
              </a:ext>
            </a:extLst>
          </p:cNvPr>
          <p:cNvSpPr>
            <a:spLocks noGrp="1"/>
          </p:cNvSpPr>
          <p:nvPr>
            <p:ph type="title"/>
          </p:nvPr>
        </p:nvSpPr>
        <p:spPr>
          <a:xfrm>
            <a:off x="487973" y="543745"/>
            <a:ext cx="7886700" cy="415002"/>
          </a:xfrm>
        </p:spPr>
        <p:txBody>
          <a:bodyPr/>
          <a:lstStyle/>
          <a:p>
            <a:r>
              <a:rPr lang="en-US" dirty="0"/>
              <a:t>Introduction</a:t>
            </a:r>
          </a:p>
        </p:txBody>
      </p:sp>
      <p:sp>
        <p:nvSpPr>
          <p:cNvPr id="3" name="Text Placeholder 2">
            <a:extLst>
              <a:ext uri="{FF2B5EF4-FFF2-40B4-BE49-F238E27FC236}">
                <a16:creationId xmlns:a16="http://schemas.microsoft.com/office/drawing/2014/main" id="{EB0E9C2C-C816-4502-9313-3044CA208B5D}"/>
              </a:ext>
            </a:extLst>
          </p:cNvPr>
          <p:cNvSpPr>
            <a:spLocks noGrp="1"/>
          </p:cNvSpPr>
          <p:nvPr>
            <p:ph type="body" sz="quarter" idx="13"/>
          </p:nvPr>
        </p:nvSpPr>
        <p:spPr>
          <a:xfrm>
            <a:off x="487973" y="1172271"/>
            <a:ext cx="7886700" cy="2957513"/>
          </a:xfrm>
        </p:spPr>
        <p:txBody>
          <a:bodyPr/>
          <a:lstStyle/>
          <a:p>
            <a:r>
              <a:rPr lang="en-IN" dirty="0"/>
              <a:t>Timetable scheduling in educational institutions is a highly complex and resource-intensive task. It involves managing numerous constraints like faculty availability, classroom occupancy, and subject distributions. With growing student strength and multiple departments, the complexity only increases. Manual methods are not only tedious but also prone to frequent errors and conflicts. Since this is an NP-hard problem, exact algorithms aren’t efficient. That’s why our research focused on building a smart, automated, and scalable system using Genetic Algorithms. </a:t>
            </a:r>
          </a:p>
          <a:p>
            <a:endParaRPr lang="en-US" dirty="0"/>
          </a:p>
        </p:txBody>
      </p:sp>
      <p:sp>
        <p:nvSpPr>
          <p:cNvPr id="4" name="Slide Number Placeholder 3">
            <a:extLst>
              <a:ext uri="{FF2B5EF4-FFF2-40B4-BE49-F238E27FC236}">
                <a16:creationId xmlns:a16="http://schemas.microsoft.com/office/drawing/2014/main" id="{F726C9C0-98A4-4471-88AA-7DC40EE6BE08}"/>
              </a:ext>
            </a:extLst>
          </p:cNvPr>
          <p:cNvSpPr>
            <a:spLocks noGrp="1"/>
          </p:cNvSpPr>
          <p:nvPr>
            <p:ph type="sldNum" sz="quarter" idx="14"/>
          </p:nvPr>
        </p:nvSpPr>
        <p:spPr/>
        <p:txBody>
          <a:bodyPr/>
          <a:lstStyle/>
          <a:p>
            <a:fld id="{3DD97BEB-BAEF-0344-9D5C-EC73E478698A}" type="slidenum">
              <a:rPr lang="en-US" smtClean="0"/>
              <a:pPr/>
              <a:t>2</a:t>
            </a:fld>
            <a:endParaRPr lang="en-US" dirty="0"/>
          </a:p>
        </p:txBody>
      </p:sp>
    </p:spTree>
    <p:extLst>
      <p:ext uri="{BB962C8B-B14F-4D97-AF65-F5344CB8AC3E}">
        <p14:creationId xmlns:p14="http://schemas.microsoft.com/office/powerpoint/2010/main" val="14949874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Research</a:t>
            </a:r>
          </a:p>
        </p:txBody>
      </p:sp>
      <p:sp>
        <p:nvSpPr>
          <p:cNvPr id="3" name="Text Placeholder 2"/>
          <p:cNvSpPr>
            <a:spLocks noGrp="1"/>
          </p:cNvSpPr>
          <p:nvPr>
            <p:ph type="body" sz="quarter" idx="13"/>
          </p:nvPr>
        </p:nvSpPr>
        <p:spPr/>
        <p:txBody>
          <a:bodyPr/>
          <a:lstStyle/>
          <a:p>
            <a:r>
              <a:rPr lang="en-IN" dirty="0"/>
              <a:t>Our literature review highlights that Genetic Algorithms have been explored previously for timetable generation, most existing systems are either desktop-based or lack adaptability. Many don’t allow users to interact meaningfully with constraints, and often ignore faculty preferences or session continuity. We saw the need for a system that not only uses GA effectively but also provides a flexible, web-based interface for administrative and academic use.</a:t>
            </a:r>
          </a:p>
          <a:p>
            <a:endParaRPr lang="en-US" dirty="0"/>
          </a:p>
        </p:txBody>
      </p:sp>
      <p:sp>
        <p:nvSpPr>
          <p:cNvPr id="4" name="Slide Number Placeholder 3"/>
          <p:cNvSpPr>
            <a:spLocks noGrp="1"/>
          </p:cNvSpPr>
          <p:nvPr>
            <p:ph type="sldNum" sz="quarter" idx="14"/>
          </p:nvPr>
        </p:nvSpPr>
        <p:spPr/>
        <p:txBody>
          <a:bodyPr/>
          <a:lstStyle/>
          <a:p>
            <a:fld id="{3DD97BEB-BAEF-0344-9D5C-EC73E478698A}" type="slidenum">
              <a:rPr lang="en-US" smtClean="0"/>
              <a:pPr/>
              <a:t>3</a:t>
            </a:fld>
            <a:endParaRPr lang="en-US" dirty="0"/>
          </a:p>
        </p:txBody>
      </p:sp>
      <p:sp>
        <p:nvSpPr>
          <p:cNvPr id="5" name="Text Placeholder 4"/>
          <p:cNvSpPr>
            <a:spLocks noGrp="1"/>
          </p:cNvSpPr>
          <p:nvPr>
            <p:ph type="body" sz="quarter" idx="15"/>
          </p:nvPr>
        </p:nvSpPr>
        <p:spPr/>
        <p:txBody>
          <a:bodyPr>
            <a:normAutofit fontScale="85000" lnSpcReduction="20000"/>
          </a:bodyP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352A10-5084-FACC-9181-850708F0E90F}"/>
              </a:ext>
            </a:extLst>
          </p:cNvPr>
          <p:cNvSpPr>
            <a:spLocks noGrp="1"/>
          </p:cNvSpPr>
          <p:nvPr>
            <p:ph type="title"/>
          </p:nvPr>
        </p:nvSpPr>
        <p:spPr/>
        <p:txBody>
          <a:bodyPr/>
          <a:lstStyle/>
          <a:p>
            <a:r>
              <a:rPr lang="en-US" dirty="0"/>
              <a:t>Proposed Methodology</a:t>
            </a:r>
            <a:endParaRPr lang="en-IN" dirty="0"/>
          </a:p>
        </p:txBody>
      </p:sp>
      <p:sp>
        <p:nvSpPr>
          <p:cNvPr id="3" name="Text Placeholder 2">
            <a:extLst>
              <a:ext uri="{FF2B5EF4-FFF2-40B4-BE49-F238E27FC236}">
                <a16:creationId xmlns:a16="http://schemas.microsoft.com/office/drawing/2014/main" id="{BD1738BE-AC3C-E30B-8233-8EC02ABA2651}"/>
              </a:ext>
            </a:extLst>
          </p:cNvPr>
          <p:cNvSpPr>
            <a:spLocks noGrp="1"/>
          </p:cNvSpPr>
          <p:nvPr>
            <p:ph type="body" sz="quarter" idx="13"/>
          </p:nvPr>
        </p:nvSpPr>
        <p:spPr/>
        <p:txBody>
          <a:bodyPr/>
          <a:lstStyle/>
          <a:p>
            <a:r>
              <a:rPr lang="en-IN" dirty="0"/>
              <a:t>We have built a web-based platform where co can input course details, faculty information, and their slot preferences. The backend uses a Genetic Algorithm to generate feasible timetables. Each chromosome represents a full academic schedule. The fitness function scores each timetable by applying penalties for violations like double bookings or lab overlaps. Through tournament selection, crossover, and mutation, the algorithm evolves better solutions over generations. The final result is a conflict-free timetable tailored to the institution’s needs.</a:t>
            </a:r>
          </a:p>
          <a:p>
            <a:endParaRPr lang="en-IN" dirty="0"/>
          </a:p>
        </p:txBody>
      </p:sp>
      <p:sp>
        <p:nvSpPr>
          <p:cNvPr id="4" name="Slide Number Placeholder 3">
            <a:extLst>
              <a:ext uri="{FF2B5EF4-FFF2-40B4-BE49-F238E27FC236}">
                <a16:creationId xmlns:a16="http://schemas.microsoft.com/office/drawing/2014/main" id="{4899A421-124D-3ED2-C3C1-3B4A89AD3BE7}"/>
              </a:ext>
            </a:extLst>
          </p:cNvPr>
          <p:cNvSpPr>
            <a:spLocks noGrp="1"/>
          </p:cNvSpPr>
          <p:nvPr>
            <p:ph type="sldNum" sz="quarter" idx="14"/>
          </p:nvPr>
        </p:nvSpPr>
        <p:spPr/>
        <p:txBody>
          <a:bodyPr/>
          <a:lstStyle/>
          <a:p>
            <a:fld id="{3DD97BEB-BAEF-0344-9D5C-EC73E478698A}" type="slidenum">
              <a:rPr lang="en-US" smtClean="0"/>
              <a:pPr/>
              <a:t>4</a:t>
            </a:fld>
            <a:endParaRPr lang="en-US" dirty="0"/>
          </a:p>
        </p:txBody>
      </p:sp>
      <p:sp>
        <p:nvSpPr>
          <p:cNvPr id="5" name="Text Placeholder 4">
            <a:extLst>
              <a:ext uri="{FF2B5EF4-FFF2-40B4-BE49-F238E27FC236}">
                <a16:creationId xmlns:a16="http://schemas.microsoft.com/office/drawing/2014/main" id="{9EEA1875-1701-0F4F-F877-115F0C7CF4DD}"/>
              </a:ext>
            </a:extLst>
          </p:cNvPr>
          <p:cNvSpPr>
            <a:spLocks noGrp="1"/>
          </p:cNvSpPr>
          <p:nvPr>
            <p:ph type="body" sz="quarter" idx="15"/>
          </p:nvPr>
        </p:nvSpPr>
        <p:spPr/>
        <p:txBody>
          <a:bodyPr>
            <a:normAutofit fontScale="85000" lnSpcReduction="20000"/>
          </a:bodyPr>
          <a:lstStyle/>
          <a:p>
            <a:endParaRPr lang="en-IN"/>
          </a:p>
        </p:txBody>
      </p:sp>
    </p:spTree>
    <p:extLst>
      <p:ext uri="{BB962C8B-B14F-4D97-AF65-F5344CB8AC3E}">
        <p14:creationId xmlns:p14="http://schemas.microsoft.com/office/powerpoint/2010/main" val="41483469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49E4A-53E8-68D2-0D60-C128661C28F7}"/>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7F3427D8-3949-A5CD-C67F-2609CB0A94D7}"/>
              </a:ext>
            </a:extLst>
          </p:cNvPr>
          <p:cNvSpPr>
            <a:spLocks noGrp="1"/>
          </p:cNvSpPr>
          <p:nvPr>
            <p:ph type="body" sz="quarter" idx="13"/>
          </p:nvPr>
        </p:nvSpPr>
        <p:spPr/>
        <p:txBody>
          <a:bodyPr/>
          <a:lstStyle/>
          <a:p>
            <a:endParaRPr lang="en-IN"/>
          </a:p>
        </p:txBody>
      </p:sp>
      <p:sp>
        <p:nvSpPr>
          <p:cNvPr id="4" name="Slide Number Placeholder 3">
            <a:extLst>
              <a:ext uri="{FF2B5EF4-FFF2-40B4-BE49-F238E27FC236}">
                <a16:creationId xmlns:a16="http://schemas.microsoft.com/office/drawing/2014/main" id="{D41EEFEE-B2BC-7E45-7883-8A55533D3064}"/>
              </a:ext>
            </a:extLst>
          </p:cNvPr>
          <p:cNvSpPr>
            <a:spLocks noGrp="1"/>
          </p:cNvSpPr>
          <p:nvPr>
            <p:ph type="sldNum" sz="quarter" idx="14"/>
          </p:nvPr>
        </p:nvSpPr>
        <p:spPr/>
        <p:txBody>
          <a:bodyPr/>
          <a:lstStyle/>
          <a:p>
            <a:fld id="{3DD97BEB-BAEF-0344-9D5C-EC73E478698A}" type="slidenum">
              <a:rPr lang="en-US" smtClean="0"/>
              <a:pPr/>
              <a:t>5</a:t>
            </a:fld>
            <a:endParaRPr lang="en-US" dirty="0"/>
          </a:p>
        </p:txBody>
      </p:sp>
      <p:sp>
        <p:nvSpPr>
          <p:cNvPr id="5" name="Text Placeholder 4">
            <a:extLst>
              <a:ext uri="{FF2B5EF4-FFF2-40B4-BE49-F238E27FC236}">
                <a16:creationId xmlns:a16="http://schemas.microsoft.com/office/drawing/2014/main" id="{1131ACBE-0164-D411-D975-F42A6BE6FAFF}"/>
              </a:ext>
            </a:extLst>
          </p:cNvPr>
          <p:cNvSpPr>
            <a:spLocks noGrp="1"/>
          </p:cNvSpPr>
          <p:nvPr>
            <p:ph type="body" sz="quarter" idx="15"/>
          </p:nvPr>
        </p:nvSpPr>
        <p:spPr/>
        <p:txBody>
          <a:bodyPr>
            <a:normAutofit fontScale="85000" lnSpcReduction="20000"/>
          </a:bodyPr>
          <a:lstStyle/>
          <a:p>
            <a:endParaRPr lang="en-IN"/>
          </a:p>
        </p:txBody>
      </p:sp>
    </p:spTree>
    <p:extLst>
      <p:ext uri="{BB962C8B-B14F-4D97-AF65-F5344CB8AC3E}">
        <p14:creationId xmlns:p14="http://schemas.microsoft.com/office/powerpoint/2010/main" val="30320716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65B82AD0-E97F-A94C-A598-9492C8DA7FAF}"/>
              </a:ext>
            </a:extLst>
          </p:cNvPr>
          <p:cNvSpPr>
            <a:spLocks noGrp="1"/>
          </p:cNvSpPr>
          <p:nvPr>
            <p:ph type="ctrTitle"/>
          </p:nvPr>
        </p:nvSpPr>
        <p:spPr>
          <a:xfrm>
            <a:off x="3738489" y="1925233"/>
            <a:ext cx="1667022" cy="484419"/>
          </a:xfrm>
        </p:spPr>
        <p:txBody>
          <a:bodyPr/>
          <a:lstStyle/>
          <a:p>
            <a:r>
              <a:rPr lang="en-US" dirty="0"/>
              <a:t>Thankyou </a:t>
            </a:r>
          </a:p>
        </p:txBody>
      </p:sp>
      <p:sp>
        <p:nvSpPr>
          <p:cNvPr id="19" name="Subtitle 18">
            <a:extLst>
              <a:ext uri="{FF2B5EF4-FFF2-40B4-BE49-F238E27FC236}">
                <a16:creationId xmlns:a16="http://schemas.microsoft.com/office/drawing/2014/main" id="{985C50FF-53DE-6041-94FD-5A76AFD51D72}"/>
              </a:ext>
            </a:extLst>
          </p:cNvPr>
          <p:cNvSpPr>
            <a:spLocks noGrp="1"/>
          </p:cNvSpPr>
          <p:nvPr>
            <p:ph type="subTitle" idx="1"/>
          </p:nvPr>
        </p:nvSpPr>
        <p:spPr>
          <a:xfrm>
            <a:off x="2862773" y="2571750"/>
            <a:ext cx="3699805" cy="877069"/>
          </a:xfrm>
        </p:spPr>
        <p:txBody>
          <a:bodyPr>
            <a:normAutofit fontScale="92500" lnSpcReduction="20000"/>
          </a:bodyPr>
          <a:lstStyle/>
          <a:p>
            <a:r>
              <a:rPr lang="en-US" dirty="0" err="1"/>
              <a:t>Mr.Gaurav</a:t>
            </a:r>
            <a:r>
              <a:rPr lang="en-US" dirty="0"/>
              <a:t> G Alva , </a:t>
            </a:r>
            <a:r>
              <a:rPr lang="en-US" u="sng" dirty="0" err="1"/>
              <a:t>Ms.Prapthi</a:t>
            </a:r>
            <a:r>
              <a:rPr lang="en-US" u="sng" dirty="0"/>
              <a:t> J P</a:t>
            </a:r>
            <a:r>
              <a:rPr lang="en-US" dirty="0"/>
              <a:t>, </a:t>
            </a:r>
          </a:p>
          <a:p>
            <a:r>
              <a:rPr lang="en-US" dirty="0"/>
              <a:t>Ms. Supreetha N S, </a:t>
            </a:r>
            <a:r>
              <a:rPr lang="en-US" dirty="0" err="1"/>
              <a:t>Mr.Harshit</a:t>
            </a:r>
            <a:r>
              <a:rPr lang="en-US" dirty="0"/>
              <a:t> M Naik,</a:t>
            </a:r>
          </a:p>
          <a:p>
            <a:r>
              <a:rPr lang="en-US" dirty="0"/>
              <a:t>Mr.Chaithanya D</a:t>
            </a:r>
          </a:p>
          <a:p>
            <a:endParaRPr lang="en-US" dirty="0"/>
          </a:p>
        </p:txBody>
      </p:sp>
    </p:spTree>
    <p:extLst>
      <p:ext uri="{BB962C8B-B14F-4D97-AF65-F5344CB8AC3E}">
        <p14:creationId xmlns:p14="http://schemas.microsoft.com/office/powerpoint/2010/main" val="3620910371"/>
      </p:ext>
    </p:extLst>
  </p:cSld>
  <p:clrMapOvr>
    <a:masterClrMapping/>
  </p:clrMapOvr>
</p:sld>
</file>

<file path=ppt/theme/theme1.xml><?xml version="1.0" encoding="utf-8"?>
<a:theme xmlns:a="http://schemas.openxmlformats.org/drawingml/2006/main" name="Theme 1">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16-DCI-113_Branded_PPT_Template_B_Final_FullScreen" id="{42F2A728-38A7-F741-8697-F23A46403293}" vid="{291ADA43-C1E7-0449-827C-A2959B3E2CF7}"/>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16-DCI-113_Branded_PPT_Template_B_Final_FullScreen</Template>
  <TotalTime>10556</TotalTime>
  <Words>324</Words>
  <Application>Microsoft Office PowerPoint</Application>
  <PresentationFormat>On-screen Show (16:9)</PresentationFormat>
  <Paragraphs>18</Paragraphs>
  <Slides>6</Slides>
  <Notes>1</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6</vt:i4>
      </vt:variant>
    </vt:vector>
  </HeadingPairs>
  <TitlesOfParts>
    <vt:vector size="17" baseType="lpstr">
      <vt:lpstr>Arial</vt:lpstr>
      <vt:lpstr>Calibri</vt:lpstr>
      <vt:lpstr>Courier New</vt:lpstr>
      <vt:lpstr>Helvetica Neue</vt:lpstr>
      <vt:lpstr>Helvetica Neue Condensed</vt:lpstr>
      <vt:lpstr>Helvetica Neue Light</vt:lpstr>
      <vt:lpstr>Helvetica Neue Thin</vt:lpstr>
      <vt:lpstr>LucidaGrande</vt:lpstr>
      <vt:lpstr>Wingdings</vt:lpstr>
      <vt:lpstr>Theme 1</vt:lpstr>
      <vt:lpstr>Custom Design</vt:lpstr>
      <vt:lpstr>PowerPoint Presentation</vt:lpstr>
      <vt:lpstr>Introduction</vt:lpstr>
      <vt:lpstr>Research</vt:lpstr>
      <vt:lpstr>Proposed Methodology</vt:lpstr>
      <vt:lpstr>PowerPoint Presentation</vt:lpstr>
      <vt:lpstr>Thankyou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Gaurav Alva</cp:lastModifiedBy>
  <cp:revision>256</cp:revision>
  <dcterms:created xsi:type="dcterms:W3CDTF">2016-10-24T19:40:55Z</dcterms:created>
  <dcterms:modified xsi:type="dcterms:W3CDTF">2025-08-07T06:50:05Z</dcterms:modified>
</cp:coreProperties>
</file>